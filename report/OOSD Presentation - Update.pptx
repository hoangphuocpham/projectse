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39"/>
  </p:notesMasterIdLst>
  <p:sldIdLst>
    <p:sldId id="356" r:id="rId4"/>
    <p:sldId id="347" r:id="rId5"/>
    <p:sldId id="348" r:id="rId6"/>
    <p:sldId id="298" r:id="rId7"/>
    <p:sldId id="365" r:id="rId8"/>
    <p:sldId id="372" r:id="rId9"/>
    <p:sldId id="371" r:id="rId10"/>
    <p:sldId id="357" r:id="rId11"/>
    <p:sldId id="324" r:id="rId12"/>
    <p:sldId id="359" r:id="rId13"/>
    <p:sldId id="358" r:id="rId14"/>
    <p:sldId id="390" r:id="rId15"/>
    <p:sldId id="373" r:id="rId16"/>
    <p:sldId id="374" r:id="rId17"/>
    <p:sldId id="375" r:id="rId18"/>
    <p:sldId id="360" r:id="rId19"/>
    <p:sldId id="366" r:id="rId20"/>
    <p:sldId id="391" r:id="rId21"/>
    <p:sldId id="376" r:id="rId22"/>
    <p:sldId id="377" r:id="rId23"/>
    <p:sldId id="389" r:id="rId24"/>
    <p:sldId id="361" r:id="rId25"/>
    <p:sldId id="367" r:id="rId26"/>
    <p:sldId id="378" r:id="rId27"/>
    <p:sldId id="388" r:id="rId28"/>
    <p:sldId id="362" r:id="rId29"/>
    <p:sldId id="368" r:id="rId30"/>
    <p:sldId id="379" r:id="rId31"/>
    <p:sldId id="387" r:id="rId32"/>
    <p:sldId id="363" r:id="rId33"/>
    <p:sldId id="369" r:id="rId34"/>
    <p:sldId id="380" r:id="rId35"/>
    <p:sldId id="381" r:id="rId36"/>
    <p:sldId id="382" r:id="rId37"/>
    <p:sldId id="34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7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96" y="60"/>
      </p:cViewPr>
      <p:guideLst>
        <p:guide orient="horz" pos="25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CBB24084-5D13-40D7-B877-E47BE1E73B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2288" y="2064492"/>
            <a:ext cx="2955610" cy="37532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54A41B6F-0B5A-4314-8E6A-AA3960BCF10F}"/>
              </a:ext>
            </a:extLst>
          </p:cNvPr>
          <p:cNvGrpSpPr/>
          <p:nvPr userDrawn="1"/>
        </p:nvGrpSpPr>
        <p:grpSpPr>
          <a:xfrm>
            <a:off x="729449" y="1780758"/>
            <a:ext cx="2449180" cy="4305530"/>
            <a:chOff x="445712" y="1449040"/>
            <a:chExt cx="2113018" cy="3924176"/>
          </a:xfrm>
        </p:grpSpPr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703E15B8-6CE8-4239-8540-4DB466536A91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9CA128A-BAAF-43EE-A61E-48F072F23C46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9AFF85CE-C02B-4B53-AFD3-06E942BAC819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7">
                <a:extLst>
                  <a:ext uri="{FF2B5EF4-FFF2-40B4-BE49-F238E27FC236}">
                    <a16:creationId xmlns:a16="http://schemas.microsoft.com/office/drawing/2014/main" id="{F77DADA6-39EA-4F49-BF69-B54981F43A93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8">
                <a:extLst>
                  <a:ext uri="{FF2B5EF4-FFF2-40B4-BE49-F238E27FC236}">
                    <a16:creationId xmlns:a16="http://schemas.microsoft.com/office/drawing/2014/main" id="{414D168B-29C2-4210-B545-06CBEEFEF1C5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E6B1B6C-6A71-4B3B-A6B5-56A8DB4074E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77656" y="2102271"/>
            <a:ext cx="2152765" cy="3562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AACC8C0-0D02-450C-A4FB-05C1A86E40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47474-984A-4090-AC20-98242EB09510}"/>
              </a:ext>
            </a:extLst>
          </p:cNvPr>
          <p:cNvSpPr/>
          <p:nvPr userDrawn="1"/>
        </p:nvSpPr>
        <p:spPr>
          <a:xfrm>
            <a:off x="0" y="1988840"/>
            <a:ext cx="12192000" cy="2880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30F240-0CAF-4377-8C66-C79A9700127F}"/>
              </a:ext>
            </a:extLst>
          </p:cNvPr>
          <p:cNvSpPr/>
          <p:nvPr userDrawn="1"/>
        </p:nvSpPr>
        <p:spPr>
          <a:xfrm>
            <a:off x="6925208" y="5035013"/>
            <a:ext cx="4431324" cy="448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" name="Graphic 14">
            <a:extLst>
              <a:ext uri="{FF2B5EF4-FFF2-40B4-BE49-F238E27FC236}">
                <a16:creationId xmlns:a16="http://schemas.microsoft.com/office/drawing/2014/main" id="{09D52290-FED8-432E-A9AF-895F42C29BF1}"/>
              </a:ext>
            </a:extLst>
          </p:cNvPr>
          <p:cNvGrpSpPr/>
          <p:nvPr userDrawn="1"/>
        </p:nvGrpSpPr>
        <p:grpSpPr>
          <a:xfrm>
            <a:off x="6859251" y="1585382"/>
            <a:ext cx="4568370" cy="3687236"/>
            <a:chOff x="2444748" y="555045"/>
            <a:chExt cx="7282048" cy="572745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DF2C3D3-4FC4-450E-A75F-6CA28E9A260C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155DD87-3668-41CD-B8FE-F7680E231E68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24015-CBFE-4CE0-8A31-5115F8BF1167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E3E8073-D26E-4946-A0FB-859AFD2C5919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CFD02F-04CF-4A4F-B2ED-42A6C2D5743E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426560-F548-478A-8C28-622AA658C2FC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4F41FF2-11EF-4478-BD9D-633C60DB9873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3A2F72-37C9-40A6-AB61-B60154A9A232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F356DA8-6399-4BA3-920F-87F949C1BAE2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004813" y="1717989"/>
            <a:ext cx="4255842" cy="258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70C11E2-F55D-4B43-8F26-02B3875E4F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85C5121-D524-4FA3-827E-5E1FC7C84C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1900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9" r:id="rId14"/>
    <p:sldLayoutId id="2147483688" r:id="rId15"/>
    <p:sldLayoutId id="2147483687" r:id="rId16"/>
    <p:sldLayoutId id="2147483671" r:id="rId17"/>
    <p:sldLayoutId id="2147483672" r:id="rId18"/>
    <p:sldLayoutId id="214748369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B4C724-0776-4328-8F0A-B72DA1579537}"/>
              </a:ext>
            </a:extLst>
          </p:cNvPr>
          <p:cNvSpPr txBox="1"/>
          <p:nvPr/>
        </p:nvSpPr>
        <p:spPr>
          <a:xfrm>
            <a:off x="1" y="5047516"/>
            <a:ext cx="1219199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Roboto" panose="02000000000000000000" pitchFamily="2" charset="0"/>
              </a:rPr>
              <a:t>GROUP 11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47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387637" y="1066014"/>
            <a:ext cx="343988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Members: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556014-99F2-413F-BA74-B604762B66FA}"/>
              </a:ext>
            </a:extLst>
          </p:cNvPr>
          <p:cNvGrpSpPr/>
          <p:nvPr/>
        </p:nvGrpSpPr>
        <p:grpSpPr>
          <a:xfrm flipV="1">
            <a:off x="3642230" y="895350"/>
            <a:ext cx="7919927" cy="5200650"/>
            <a:chOff x="2995646" y="448561"/>
            <a:chExt cx="8566511" cy="591946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014B18-BA7E-475C-B97A-1C458E8F3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1457" y="448561"/>
              <a:ext cx="0" cy="48730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59A2D06-9F89-464F-98C2-9BABA2CE2E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1457" y="477136"/>
              <a:ext cx="7181650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256552C-DCF3-4A68-B9A4-645E85E69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3107" y="448561"/>
              <a:ext cx="0" cy="5896218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9EDD73A-0B0E-4B3D-BB0A-254E6E118D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5646" y="6354750"/>
              <a:ext cx="8566511" cy="1327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C13879F-D3DB-463F-BF1F-003E841B15E9}"/>
              </a:ext>
            </a:extLst>
          </p:cNvPr>
          <p:cNvSpPr/>
          <p:nvPr/>
        </p:nvSpPr>
        <p:spPr>
          <a:xfrm>
            <a:off x="4563871" y="1527679"/>
            <a:ext cx="682161" cy="682161"/>
          </a:xfrm>
          <a:prstGeom prst="rect">
            <a:avLst/>
          </a:prstGeom>
          <a:solidFill>
            <a:schemeClr val="accent1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36AA1E-6C24-4A66-AAB7-35782BD9DEDB}"/>
              </a:ext>
            </a:extLst>
          </p:cNvPr>
          <p:cNvSpPr/>
          <p:nvPr/>
        </p:nvSpPr>
        <p:spPr>
          <a:xfrm>
            <a:off x="4563871" y="2662622"/>
            <a:ext cx="682161" cy="682161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2BD605-3547-4DD5-A740-98710E11C632}"/>
              </a:ext>
            </a:extLst>
          </p:cNvPr>
          <p:cNvSpPr/>
          <p:nvPr/>
        </p:nvSpPr>
        <p:spPr>
          <a:xfrm>
            <a:off x="4563871" y="3797565"/>
            <a:ext cx="682161" cy="682161"/>
          </a:xfrm>
          <a:prstGeom prst="rect">
            <a:avLst/>
          </a:prstGeom>
          <a:solidFill>
            <a:schemeClr val="accent3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323EF9-0205-4F9F-B8A5-5E090FAAA34A}"/>
              </a:ext>
            </a:extLst>
          </p:cNvPr>
          <p:cNvSpPr txBox="1"/>
          <p:nvPr/>
        </p:nvSpPr>
        <p:spPr>
          <a:xfrm>
            <a:off x="4563871" y="1636205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ACC078-23C6-4647-8F57-42B1FBF321FC}"/>
              </a:ext>
            </a:extLst>
          </p:cNvPr>
          <p:cNvSpPr txBox="1"/>
          <p:nvPr/>
        </p:nvSpPr>
        <p:spPr>
          <a:xfrm>
            <a:off x="4563871" y="2775123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2A56DB-EE39-4CB4-B347-86EF0DCB3AF7}"/>
              </a:ext>
            </a:extLst>
          </p:cNvPr>
          <p:cNvSpPr txBox="1"/>
          <p:nvPr/>
        </p:nvSpPr>
        <p:spPr>
          <a:xfrm>
            <a:off x="4563871" y="3914041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237A53-2FA2-41CA-A145-17EF09ABAB64}"/>
              </a:ext>
            </a:extLst>
          </p:cNvPr>
          <p:cNvSpPr txBox="1"/>
          <p:nvPr/>
        </p:nvSpPr>
        <p:spPr>
          <a:xfrm>
            <a:off x="5507817" y="3878845"/>
            <a:ext cx="5433858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Lê </a:t>
            </a:r>
            <a:r>
              <a:rPr lang="en-US" altLang="ko-KR" sz="2700" b="1" dirty="0" err="1">
                <a:solidFill>
                  <a:schemeClr val="bg1"/>
                </a:solidFill>
                <a:cs typeface="Arial" pitchFamily="34" charset="0"/>
              </a:rPr>
              <a:t>Trịnh</a:t>
            </a:r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700" b="1" dirty="0" err="1">
                <a:solidFill>
                  <a:schemeClr val="bg1"/>
                </a:solidFill>
                <a:cs typeface="Arial" pitchFamily="34" charset="0"/>
              </a:rPr>
              <a:t>Hoàng</a:t>
            </a:r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700" b="1" dirty="0" err="1">
                <a:solidFill>
                  <a:schemeClr val="bg1"/>
                </a:solidFill>
                <a:cs typeface="Arial" pitchFamily="34" charset="0"/>
              </a:rPr>
              <a:t>Phú</a:t>
            </a:r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E936BF-B642-4621-A95A-690790C2325E}"/>
              </a:ext>
            </a:extLst>
          </p:cNvPr>
          <p:cNvSpPr txBox="1"/>
          <p:nvPr/>
        </p:nvSpPr>
        <p:spPr>
          <a:xfrm>
            <a:off x="5507818" y="2775123"/>
            <a:ext cx="5433857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700" b="1" dirty="0" err="1">
                <a:solidFill>
                  <a:schemeClr val="bg1"/>
                </a:solidFill>
                <a:cs typeface="Arial" pitchFamily="34" charset="0"/>
              </a:rPr>
              <a:t>Đặng</a:t>
            </a:r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700" b="1" dirty="0" err="1">
                <a:solidFill>
                  <a:schemeClr val="bg1"/>
                </a:solidFill>
                <a:cs typeface="Arial" pitchFamily="34" charset="0"/>
              </a:rPr>
              <a:t>Hoàng</a:t>
            </a:r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 S</a:t>
            </a:r>
            <a:r>
              <a:rPr lang="vi-VN" altLang="ko-KR" sz="2700" b="1" dirty="0">
                <a:solidFill>
                  <a:schemeClr val="bg1"/>
                </a:solidFill>
                <a:cs typeface="Arial" pitchFamily="34" charset="0"/>
              </a:rPr>
              <a:t>ơ</a:t>
            </a:r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n</a:t>
            </a:r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33624B-C3F6-47AA-8AD1-38868154757D}"/>
              </a:ext>
            </a:extLst>
          </p:cNvPr>
          <p:cNvSpPr txBox="1"/>
          <p:nvPr/>
        </p:nvSpPr>
        <p:spPr>
          <a:xfrm>
            <a:off x="5507819" y="1648779"/>
            <a:ext cx="5433857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700" b="1" dirty="0" err="1">
                <a:solidFill>
                  <a:schemeClr val="bg1"/>
                </a:solidFill>
                <a:cs typeface="Arial" pitchFamily="34" charset="0"/>
              </a:rPr>
              <a:t>Phạm</a:t>
            </a:r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700" b="1" dirty="0" err="1">
                <a:solidFill>
                  <a:schemeClr val="bg1"/>
                </a:solidFill>
                <a:cs typeface="Arial" pitchFamily="34" charset="0"/>
              </a:rPr>
              <a:t>Hoàng</a:t>
            </a:r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 Ph</a:t>
            </a:r>
            <a:r>
              <a:rPr lang="vi-VN" altLang="ko-KR" sz="2700" b="1" dirty="0">
                <a:solidFill>
                  <a:schemeClr val="bg1"/>
                </a:solidFill>
                <a:cs typeface="Arial" pitchFamily="34" charset="0"/>
              </a:rPr>
              <a:t>ư</a:t>
            </a:r>
            <a:r>
              <a:rPr lang="en-US" altLang="ko-KR" sz="2700" b="1" dirty="0" err="1">
                <a:solidFill>
                  <a:schemeClr val="bg1"/>
                </a:solidFill>
                <a:cs typeface="Arial" pitchFamily="34" charset="0"/>
              </a:rPr>
              <a:t>ớc</a:t>
            </a:r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D4E8CE7-5D30-4C46-BFB0-3CFC42311CA8}"/>
              </a:ext>
            </a:extLst>
          </p:cNvPr>
          <p:cNvSpPr/>
          <p:nvPr/>
        </p:nvSpPr>
        <p:spPr>
          <a:xfrm>
            <a:off x="3531173" y="839821"/>
            <a:ext cx="111057" cy="1110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2" y="2857630"/>
            <a:ext cx="3202353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Introduce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Delivery App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A90F668-D6B6-4F9E-A4B0-740416B43B77}"/>
              </a:ext>
            </a:extLst>
          </p:cNvPr>
          <p:cNvGrpSpPr/>
          <p:nvPr/>
        </p:nvGrpSpPr>
        <p:grpSpPr>
          <a:xfrm>
            <a:off x="4415674" y="2369088"/>
            <a:ext cx="3338535" cy="3338536"/>
            <a:chOff x="3337726" y="1072465"/>
            <a:chExt cx="5515324" cy="5515324"/>
          </a:xfrm>
          <a:solidFill>
            <a:schemeClr val="accent1"/>
          </a:solidFill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A2D93C7-C82F-429B-B615-4204F91F2A0D}"/>
                </a:ext>
              </a:extLst>
            </p:cNvPr>
            <p:cNvGrpSpPr/>
            <p:nvPr/>
          </p:nvGrpSpPr>
          <p:grpSpPr>
            <a:xfrm>
              <a:off x="5967772" y="1072465"/>
              <a:ext cx="255231" cy="5515324"/>
              <a:chOff x="5964969" y="1072465"/>
              <a:chExt cx="255231" cy="5515324"/>
            </a:xfrm>
            <a:grpFill/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1C9C7EF-033C-4328-942C-AF1E00EE863D}"/>
                  </a:ext>
                </a:extLst>
              </p:cNvPr>
              <p:cNvSpPr/>
              <p:nvPr/>
            </p:nvSpPr>
            <p:spPr>
              <a:xfrm>
                <a:off x="6062740" y="1191371"/>
                <a:ext cx="59688" cy="5309337"/>
              </a:xfrm>
              <a:custGeom>
                <a:avLst/>
                <a:gdLst>
                  <a:gd name="connsiteX0" fmla="*/ 0 w 74220"/>
                  <a:gd name="connsiteY0" fmla="*/ 0 h 6601938"/>
                  <a:gd name="connsiteX1" fmla="*/ 74221 w 74220"/>
                  <a:gd name="connsiteY1" fmla="*/ 0 h 6601938"/>
                  <a:gd name="connsiteX2" fmla="*/ 74221 w 74220"/>
                  <a:gd name="connsiteY2" fmla="*/ 6601939 h 6601938"/>
                  <a:gd name="connsiteX3" fmla="*/ 0 w 74220"/>
                  <a:gd name="connsiteY3" fmla="*/ 6601939 h 660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697FAD1-C34D-4049-BB09-997BD345E7F1}"/>
                  </a:ext>
                </a:extLst>
              </p:cNvPr>
              <p:cNvSpPr/>
              <p:nvPr/>
            </p:nvSpPr>
            <p:spPr>
              <a:xfrm>
                <a:off x="5964969" y="1072465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6EB8BAA5-63E6-426A-B6A0-1F4FB3756BBA}"/>
                  </a:ext>
                </a:extLst>
              </p:cNvPr>
              <p:cNvSpPr/>
              <p:nvPr/>
            </p:nvSpPr>
            <p:spPr>
              <a:xfrm>
                <a:off x="5964969" y="6332559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9DE53B0-F7C6-4BFE-B8C8-A7783525E3C6}"/>
                  </a:ext>
                </a:extLst>
              </p:cNvPr>
              <p:cNvSpPr/>
              <p:nvPr/>
            </p:nvSpPr>
            <p:spPr>
              <a:xfrm>
                <a:off x="5964969" y="2825829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332AD04-F9F2-4E62-9CA9-F1827B4B4BE7}"/>
                  </a:ext>
                </a:extLst>
              </p:cNvPr>
              <p:cNvSpPr/>
              <p:nvPr/>
            </p:nvSpPr>
            <p:spPr>
              <a:xfrm>
                <a:off x="5964969" y="4579194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083F7D3-9832-4D8F-9F46-A90A561E0FA9}"/>
                </a:ext>
              </a:extLst>
            </p:cNvPr>
            <p:cNvGrpSpPr/>
            <p:nvPr/>
          </p:nvGrpSpPr>
          <p:grpSpPr>
            <a:xfrm rot="3600000">
              <a:off x="5967772" y="1072465"/>
              <a:ext cx="255231" cy="5515324"/>
              <a:chOff x="5964969" y="1072465"/>
              <a:chExt cx="255231" cy="5515324"/>
            </a:xfrm>
            <a:grpFill/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E1E282F-203E-43E8-99AB-48E14AC968FA}"/>
                  </a:ext>
                </a:extLst>
              </p:cNvPr>
              <p:cNvSpPr/>
              <p:nvPr/>
            </p:nvSpPr>
            <p:spPr>
              <a:xfrm>
                <a:off x="6062740" y="1191371"/>
                <a:ext cx="59688" cy="5309337"/>
              </a:xfrm>
              <a:custGeom>
                <a:avLst/>
                <a:gdLst>
                  <a:gd name="connsiteX0" fmla="*/ 0 w 74220"/>
                  <a:gd name="connsiteY0" fmla="*/ 0 h 6601938"/>
                  <a:gd name="connsiteX1" fmla="*/ 74221 w 74220"/>
                  <a:gd name="connsiteY1" fmla="*/ 0 h 6601938"/>
                  <a:gd name="connsiteX2" fmla="*/ 74221 w 74220"/>
                  <a:gd name="connsiteY2" fmla="*/ 6601939 h 6601938"/>
                  <a:gd name="connsiteX3" fmla="*/ 0 w 74220"/>
                  <a:gd name="connsiteY3" fmla="*/ 6601939 h 660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6D7DD2E-89AC-4907-9490-FC5F291B28D1}"/>
                  </a:ext>
                </a:extLst>
              </p:cNvPr>
              <p:cNvSpPr/>
              <p:nvPr/>
            </p:nvSpPr>
            <p:spPr>
              <a:xfrm>
                <a:off x="5964969" y="1072465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B28707F-7CD6-4556-9A50-1F90EC510445}"/>
                  </a:ext>
                </a:extLst>
              </p:cNvPr>
              <p:cNvSpPr/>
              <p:nvPr/>
            </p:nvSpPr>
            <p:spPr>
              <a:xfrm>
                <a:off x="5964969" y="6332559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0BDCE553-0D51-4843-B5A2-0C2F7738062B}"/>
                  </a:ext>
                </a:extLst>
              </p:cNvPr>
              <p:cNvSpPr/>
              <p:nvPr/>
            </p:nvSpPr>
            <p:spPr>
              <a:xfrm>
                <a:off x="5964969" y="2825829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A56D348-F211-4724-9DB1-735CF3FC075D}"/>
                  </a:ext>
                </a:extLst>
              </p:cNvPr>
              <p:cNvSpPr/>
              <p:nvPr/>
            </p:nvSpPr>
            <p:spPr>
              <a:xfrm>
                <a:off x="5964969" y="4579194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7DA8821-5975-4570-BB5B-A78A61E2C907}"/>
                </a:ext>
              </a:extLst>
            </p:cNvPr>
            <p:cNvGrpSpPr/>
            <p:nvPr/>
          </p:nvGrpSpPr>
          <p:grpSpPr>
            <a:xfrm rot="18000000">
              <a:off x="5967772" y="1072465"/>
              <a:ext cx="255231" cy="5515324"/>
              <a:chOff x="5964969" y="1072465"/>
              <a:chExt cx="255231" cy="5515324"/>
            </a:xfrm>
            <a:grpFill/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BA09A7DA-F88F-405A-BBE9-ED5452BBE6B7}"/>
                  </a:ext>
                </a:extLst>
              </p:cNvPr>
              <p:cNvSpPr/>
              <p:nvPr/>
            </p:nvSpPr>
            <p:spPr>
              <a:xfrm>
                <a:off x="6062740" y="1191371"/>
                <a:ext cx="59688" cy="5309337"/>
              </a:xfrm>
              <a:custGeom>
                <a:avLst/>
                <a:gdLst>
                  <a:gd name="connsiteX0" fmla="*/ 0 w 74220"/>
                  <a:gd name="connsiteY0" fmla="*/ 0 h 6601938"/>
                  <a:gd name="connsiteX1" fmla="*/ 74221 w 74220"/>
                  <a:gd name="connsiteY1" fmla="*/ 0 h 6601938"/>
                  <a:gd name="connsiteX2" fmla="*/ 74221 w 74220"/>
                  <a:gd name="connsiteY2" fmla="*/ 6601939 h 6601938"/>
                  <a:gd name="connsiteX3" fmla="*/ 0 w 74220"/>
                  <a:gd name="connsiteY3" fmla="*/ 6601939 h 660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9B867CD-AA48-4FD5-9BA7-C4B208C018D8}"/>
                  </a:ext>
                </a:extLst>
              </p:cNvPr>
              <p:cNvSpPr/>
              <p:nvPr/>
            </p:nvSpPr>
            <p:spPr>
              <a:xfrm>
                <a:off x="5964969" y="1072465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48C5366A-3E7F-4F0A-AA78-C8F10380561B}"/>
                  </a:ext>
                </a:extLst>
              </p:cNvPr>
              <p:cNvSpPr/>
              <p:nvPr/>
            </p:nvSpPr>
            <p:spPr>
              <a:xfrm>
                <a:off x="5964969" y="6332559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D22187B5-5F63-4BA1-8D4C-5416D08E9424}"/>
                  </a:ext>
                </a:extLst>
              </p:cNvPr>
              <p:cNvSpPr/>
              <p:nvPr/>
            </p:nvSpPr>
            <p:spPr>
              <a:xfrm>
                <a:off x="5964969" y="2825829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7D19E51-4383-476E-B0E8-4ACE66806B7A}"/>
                  </a:ext>
                </a:extLst>
              </p:cNvPr>
              <p:cNvSpPr/>
              <p:nvPr/>
            </p:nvSpPr>
            <p:spPr>
              <a:xfrm>
                <a:off x="5964969" y="4579194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DDD5C8C-70CE-4383-B6A2-AAEEC03A74E7}"/>
              </a:ext>
            </a:extLst>
          </p:cNvPr>
          <p:cNvGrpSpPr/>
          <p:nvPr/>
        </p:nvGrpSpPr>
        <p:grpSpPr>
          <a:xfrm>
            <a:off x="4833263" y="2613915"/>
            <a:ext cx="2486834" cy="2852682"/>
            <a:chOff x="4833263" y="2613915"/>
            <a:chExt cx="2486834" cy="2852682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679A32DE-6340-4E39-A4A7-0DAF785D22F9}"/>
                </a:ext>
              </a:extLst>
            </p:cNvPr>
            <p:cNvSpPr/>
            <p:nvPr/>
          </p:nvSpPr>
          <p:spPr>
            <a:xfrm>
              <a:off x="4838533" y="2999088"/>
              <a:ext cx="1125018" cy="1276146"/>
            </a:xfrm>
            <a:custGeom>
              <a:avLst/>
              <a:gdLst>
                <a:gd name="connsiteX0" fmla="*/ 891621 w 1858552"/>
                <a:gd name="connsiteY0" fmla="*/ 127333 h 2108217"/>
                <a:gd name="connsiteX1" fmla="*/ 136204 w 1858552"/>
                <a:gd name="connsiteY1" fmla="*/ 570529 h 2108217"/>
                <a:gd name="connsiteX2" fmla="*/ 137285 w 1858552"/>
                <a:gd name="connsiteY2" fmla="*/ 575881 h 2108217"/>
                <a:gd name="connsiteX3" fmla="*/ 95362 w 1858552"/>
                <a:gd name="connsiteY3" fmla="*/ 639129 h 2108217"/>
                <a:gd name="connsiteX4" fmla="*/ 80913 w 1858552"/>
                <a:gd name="connsiteY4" fmla="*/ 642046 h 2108217"/>
                <a:gd name="connsiteX5" fmla="*/ 87029 w 1858552"/>
                <a:gd name="connsiteY5" fmla="*/ 1513636 h 2108217"/>
                <a:gd name="connsiteX6" fmla="*/ 95361 w 1858552"/>
                <a:gd name="connsiteY6" fmla="*/ 1515318 h 2108217"/>
                <a:gd name="connsiteX7" fmla="*/ 137285 w 1858552"/>
                <a:gd name="connsiteY7" fmla="*/ 1578567 h 2108217"/>
                <a:gd name="connsiteX8" fmla="*/ 136263 w 1858552"/>
                <a:gd name="connsiteY8" fmla="*/ 1583626 h 2108217"/>
                <a:gd name="connsiteX9" fmla="*/ 870153 w 1858552"/>
                <a:gd name="connsiteY9" fmla="*/ 2000544 h 2108217"/>
                <a:gd name="connsiteX10" fmla="*/ 876563 w 1858552"/>
                <a:gd name="connsiteY10" fmla="*/ 1991037 h 2108217"/>
                <a:gd name="connsiteX11" fmla="*/ 925101 w 1858552"/>
                <a:gd name="connsiteY11" fmla="*/ 1970932 h 2108217"/>
                <a:gd name="connsiteX12" fmla="*/ 973638 w 1858552"/>
                <a:gd name="connsiteY12" fmla="*/ 1991037 h 2108217"/>
                <a:gd name="connsiteX13" fmla="*/ 974304 w 1858552"/>
                <a:gd name="connsiteY13" fmla="*/ 1992024 h 2108217"/>
                <a:gd name="connsiteX14" fmla="*/ 1723151 w 1858552"/>
                <a:gd name="connsiteY14" fmla="*/ 1552681 h 2108217"/>
                <a:gd name="connsiteX15" fmla="*/ 1723319 w 1858552"/>
                <a:gd name="connsiteY15" fmla="*/ 1551848 h 2108217"/>
                <a:gd name="connsiteX16" fmla="*/ 1737335 w 1858552"/>
                <a:gd name="connsiteY16" fmla="*/ 1531060 h 2108217"/>
                <a:gd name="connsiteX17" fmla="*/ 1730864 w 1858552"/>
                <a:gd name="connsiteY17" fmla="*/ 608833 h 2108217"/>
                <a:gd name="connsiteX18" fmla="*/ 1726661 w 1858552"/>
                <a:gd name="connsiteY18" fmla="*/ 602599 h 2108217"/>
                <a:gd name="connsiteX19" fmla="*/ 1723626 w 1858552"/>
                <a:gd name="connsiteY19" fmla="*/ 587565 h 2108217"/>
                <a:gd name="connsiteX20" fmla="*/ 929459 w 1858552"/>
                <a:gd name="connsiteY20" fmla="*/ 136405 h 2108217"/>
                <a:gd name="connsiteX21" fmla="*/ 925101 w 1858552"/>
                <a:gd name="connsiteY21" fmla="*/ 137285 h 2108217"/>
                <a:gd name="connsiteX22" fmla="*/ 898382 w 1858552"/>
                <a:gd name="connsiteY22" fmla="*/ 131891 h 2108217"/>
                <a:gd name="connsiteX23" fmla="*/ 925101 w 1858552"/>
                <a:gd name="connsiteY23" fmla="*/ 0 h 2108217"/>
                <a:gd name="connsiteX24" fmla="*/ 993743 w 1858552"/>
                <a:gd name="connsiteY24" fmla="*/ 68643 h 2108217"/>
                <a:gd name="connsiteX25" fmla="*/ 988349 w 1858552"/>
                <a:gd name="connsiteY25" fmla="*/ 95361 h 2108217"/>
                <a:gd name="connsiteX26" fmla="*/ 982848 w 1858552"/>
                <a:gd name="connsiteY26" fmla="*/ 103520 h 2108217"/>
                <a:gd name="connsiteX27" fmla="*/ 1737928 w 1858552"/>
                <a:gd name="connsiteY27" fmla="*/ 532451 h 2108217"/>
                <a:gd name="connsiteX28" fmla="*/ 1741372 w 1858552"/>
                <a:gd name="connsiteY28" fmla="*/ 527343 h 2108217"/>
                <a:gd name="connsiteX29" fmla="*/ 1789910 w 1858552"/>
                <a:gd name="connsiteY29" fmla="*/ 507238 h 2108217"/>
                <a:gd name="connsiteX30" fmla="*/ 1858552 w 1858552"/>
                <a:gd name="connsiteY30" fmla="*/ 575881 h 2108217"/>
                <a:gd name="connsiteX31" fmla="*/ 1789910 w 1858552"/>
                <a:gd name="connsiteY31" fmla="*/ 644523 h 2108217"/>
                <a:gd name="connsiteX32" fmla="*/ 1786126 w 1858552"/>
                <a:gd name="connsiteY32" fmla="*/ 643759 h 2108217"/>
                <a:gd name="connsiteX33" fmla="*/ 1792189 w 1858552"/>
                <a:gd name="connsiteY33" fmla="*/ 1511060 h 2108217"/>
                <a:gd name="connsiteX34" fmla="*/ 1813286 w 1858552"/>
                <a:gd name="connsiteY34" fmla="*/ 1515319 h 2108217"/>
                <a:gd name="connsiteX35" fmla="*/ 1855209 w 1858552"/>
                <a:gd name="connsiteY35" fmla="*/ 1578567 h 2108217"/>
                <a:gd name="connsiteX36" fmla="*/ 1786567 w 1858552"/>
                <a:gd name="connsiteY36" fmla="*/ 1647209 h 2108217"/>
                <a:gd name="connsiteX37" fmla="*/ 1738030 w 1858552"/>
                <a:gd name="connsiteY37" fmla="*/ 1627104 h 2108217"/>
                <a:gd name="connsiteX38" fmla="*/ 1728646 w 1858552"/>
                <a:gd name="connsiteY38" fmla="*/ 1613186 h 2108217"/>
                <a:gd name="connsiteX39" fmla="*/ 992650 w 1858552"/>
                <a:gd name="connsiteY39" fmla="*/ 2044990 h 2108217"/>
                <a:gd name="connsiteX40" fmla="*/ 988349 w 1858552"/>
                <a:gd name="connsiteY40" fmla="*/ 2066293 h 2108217"/>
                <a:gd name="connsiteX41" fmla="*/ 925101 w 1858552"/>
                <a:gd name="connsiteY41" fmla="*/ 2108217 h 2108217"/>
                <a:gd name="connsiteX42" fmla="*/ 861852 w 1858552"/>
                <a:gd name="connsiteY42" fmla="*/ 2066293 h 2108217"/>
                <a:gd name="connsiteX43" fmla="*/ 860191 w 1858552"/>
                <a:gd name="connsiteY43" fmla="*/ 2058064 h 2108217"/>
                <a:gd name="connsiteX44" fmla="*/ 110027 w 1858552"/>
                <a:gd name="connsiteY44" fmla="*/ 1631927 h 2108217"/>
                <a:gd name="connsiteX45" fmla="*/ 95361 w 1858552"/>
                <a:gd name="connsiteY45" fmla="*/ 1641815 h 2108217"/>
                <a:gd name="connsiteX46" fmla="*/ 68643 w 1858552"/>
                <a:gd name="connsiteY46" fmla="*/ 1647209 h 2108217"/>
                <a:gd name="connsiteX47" fmla="*/ 0 w 1858552"/>
                <a:gd name="connsiteY47" fmla="*/ 1578567 h 2108217"/>
                <a:gd name="connsiteX48" fmla="*/ 20105 w 1858552"/>
                <a:gd name="connsiteY48" fmla="*/ 1530029 h 2108217"/>
                <a:gd name="connsiteX49" fmla="*/ 32128 w 1858552"/>
                <a:gd name="connsiteY49" fmla="*/ 1521923 h 2108217"/>
                <a:gd name="connsiteX50" fmla="*/ 25882 w 1858552"/>
                <a:gd name="connsiteY50" fmla="*/ 628313 h 2108217"/>
                <a:gd name="connsiteX51" fmla="*/ 20106 w 1858552"/>
                <a:gd name="connsiteY51" fmla="*/ 624418 h 2108217"/>
                <a:gd name="connsiteX52" fmla="*/ 1 w 1858552"/>
                <a:gd name="connsiteY52" fmla="*/ 575881 h 2108217"/>
                <a:gd name="connsiteX53" fmla="*/ 68643 w 1858552"/>
                <a:gd name="connsiteY53" fmla="*/ 507239 h 2108217"/>
                <a:gd name="connsiteX54" fmla="*/ 95362 w 1858552"/>
                <a:gd name="connsiteY54" fmla="*/ 512633 h 2108217"/>
                <a:gd name="connsiteX55" fmla="*/ 109767 w 1858552"/>
                <a:gd name="connsiteY55" fmla="*/ 522346 h 2108217"/>
                <a:gd name="connsiteX56" fmla="*/ 859279 w 1858552"/>
                <a:gd name="connsiteY56" fmla="*/ 82613 h 2108217"/>
                <a:gd name="connsiteX57" fmla="*/ 856458 w 1858552"/>
                <a:gd name="connsiteY57" fmla="*/ 68643 h 2108217"/>
                <a:gd name="connsiteX58" fmla="*/ 925101 w 1858552"/>
                <a:gd name="connsiteY58" fmla="*/ 0 h 2108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858552" h="2108217">
                  <a:moveTo>
                    <a:pt x="891621" y="127333"/>
                  </a:moveTo>
                  <a:lnTo>
                    <a:pt x="136204" y="570529"/>
                  </a:lnTo>
                  <a:lnTo>
                    <a:pt x="137285" y="575881"/>
                  </a:lnTo>
                  <a:cubicBezTo>
                    <a:pt x="137285" y="604314"/>
                    <a:pt x="119998" y="628708"/>
                    <a:pt x="95362" y="639129"/>
                  </a:cubicBezTo>
                  <a:lnTo>
                    <a:pt x="80913" y="642046"/>
                  </a:lnTo>
                  <a:lnTo>
                    <a:pt x="87029" y="1513636"/>
                  </a:lnTo>
                  <a:lnTo>
                    <a:pt x="95361" y="1515318"/>
                  </a:lnTo>
                  <a:cubicBezTo>
                    <a:pt x="119998" y="1525739"/>
                    <a:pt x="137285" y="1550134"/>
                    <a:pt x="137285" y="1578567"/>
                  </a:cubicBezTo>
                  <a:lnTo>
                    <a:pt x="136263" y="1583626"/>
                  </a:lnTo>
                  <a:lnTo>
                    <a:pt x="870153" y="2000544"/>
                  </a:lnTo>
                  <a:lnTo>
                    <a:pt x="876563" y="1991037"/>
                  </a:lnTo>
                  <a:cubicBezTo>
                    <a:pt x="888985" y="1978615"/>
                    <a:pt x="906146" y="1970932"/>
                    <a:pt x="925101" y="1970932"/>
                  </a:cubicBezTo>
                  <a:cubicBezTo>
                    <a:pt x="944056" y="1970932"/>
                    <a:pt x="961217" y="1978615"/>
                    <a:pt x="973638" y="1991037"/>
                  </a:cubicBezTo>
                  <a:lnTo>
                    <a:pt x="974304" y="1992024"/>
                  </a:lnTo>
                  <a:lnTo>
                    <a:pt x="1723151" y="1552681"/>
                  </a:lnTo>
                  <a:lnTo>
                    <a:pt x="1723319" y="1551848"/>
                  </a:lnTo>
                  <a:lnTo>
                    <a:pt x="1737335" y="1531060"/>
                  </a:lnTo>
                  <a:lnTo>
                    <a:pt x="1730864" y="608833"/>
                  </a:lnTo>
                  <a:lnTo>
                    <a:pt x="1726661" y="602599"/>
                  </a:lnTo>
                  <a:lnTo>
                    <a:pt x="1723626" y="587565"/>
                  </a:lnTo>
                  <a:lnTo>
                    <a:pt x="929459" y="136405"/>
                  </a:lnTo>
                  <a:lnTo>
                    <a:pt x="925101" y="137285"/>
                  </a:lnTo>
                  <a:cubicBezTo>
                    <a:pt x="915623" y="137285"/>
                    <a:pt x="906594" y="135364"/>
                    <a:pt x="898382" y="131891"/>
                  </a:cubicBezTo>
                  <a:close/>
                  <a:moveTo>
                    <a:pt x="925101" y="0"/>
                  </a:moveTo>
                  <a:cubicBezTo>
                    <a:pt x="963011" y="0"/>
                    <a:pt x="993743" y="30732"/>
                    <a:pt x="993743" y="68643"/>
                  </a:cubicBezTo>
                  <a:cubicBezTo>
                    <a:pt x="993743" y="78120"/>
                    <a:pt x="991823" y="87149"/>
                    <a:pt x="988349" y="95361"/>
                  </a:cubicBezTo>
                  <a:lnTo>
                    <a:pt x="982848" y="103520"/>
                  </a:lnTo>
                  <a:lnTo>
                    <a:pt x="1737928" y="532451"/>
                  </a:lnTo>
                  <a:lnTo>
                    <a:pt x="1741372" y="527343"/>
                  </a:lnTo>
                  <a:cubicBezTo>
                    <a:pt x="1753794" y="514921"/>
                    <a:pt x="1770955" y="507238"/>
                    <a:pt x="1789910" y="507238"/>
                  </a:cubicBezTo>
                  <a:cubicBezTo>
                    <a:pt x="1827820" y="507238"/>
                    <a:pt x="1858552" y="537970"/>
                    <a:pt x="1858552" y="575881"/>
                  </a:cubicBezTo>
                  <a:cubicBezTo>
                    <a:pt x="1858552" y="613791"/>
                    <a:pt x="1827820" y="644523"/>
                    <a:pt x="1789910" y="644523"/>
                  </a:cubicBezTo>
                  <a:lnTo>
                    <a:pt x="1786126" y="643759"/>
                  </a:lnTo>
                  <a:lnTo>
                    <a:pt x="1792189" y="1511060"/>
                  </a:lnTo>
                  <a:lnTo>
                    <a:pt x="1813286" y="1515319"/>
                  </a:lnTo>
                  <a:cubicBezTo>
                    <a:pt x="1837922" y="1525740"/>
                    <a:pt x="1855209" y="1550134"/>
                    <a:pt x="1855209" y="1578567"/>
                  </a:cubicBezTo>
                  <a:cubicBezTo>
                    <a:pt x="1855209" y="1616477"/>
                    <a:pt x="1824477" y="1647209"/>
                    <a:pt x="1786567" y="1647209"/>
                  </a:cubicBezTo>
                  <a:cubicBezTo>
                    <a:pt x="1767612" y="1647209"/>
                    <a:pt x="1750452" y="1639526"/>
                    <a:pt x="1738030" y="1627104"/>
                  </a:cubicBezTo>
                  <a:lnTo>
                    <a:pt x="1728646" y="1613186"/>
                  </a:lnTo>
                  <a:lnTo>
                    <a:pt x="992650" y="2044990"/>
                  </a:lnTo>
                  <a:lnTo>
                    <a:pt x="988349" y="2066293"/>
                  </a:lnTo>
                  <a:cubicBezTo>
                    <a:pt x="977929" y="2090930"/>
                    <a:pt x="953534" y="2108217"/>
                    <a:pt x="925101" y="2108217"/>
                  </a:cubicBezTo>
                  <a:cubicBezTo>
                    <a:pt x="896668" y="2108217"/>
                    <a:pt x="872273" y="2090930"/>
                    <a:pt x="861852" y="2066293"/>
                  </a:cubicBezTo>
                  <a:lnTo>
                    <a:pt x="860191" y="2058064"/>
                  </a:lnTo>
                  <a:lnTo>
                    <a:pt x="110027" y="1631927"/>
                  </a:lnTo>
                  <a:lnTo>
                    <a:pt x="95361" y="1641815"/>
                  </a:lnTo>
                  <a:cubicBezTo>
                    <a:pt x="87149" y="1645288"/>
                    <a:pt x="78120" y="1647209"/>
                    <a:pt x="68643" y="1647209"/>
                  </a:cubicBezTo>
                  <a:cubicBezTo>
                    <a:pt x="30732" y="1647209"/>
                    <a:pt x="0" y="1616477"/>
                    <a:pt x="0" y="1578567"/>
                  </a:cubicBezTo>
                  <a:cubicBezTo>
                    <a:pt x="0" y="1559611"/>
                    <a:pt x="7683" y="1542451"/>
                    <a:pt x="20105" y="1530029"/>
                  </a:cubicBezTo>
                  <a:lnTo>
                    <a:pt x="32128" y="1521923"/>
                  </a:lnTo>
                  <a:lnTo>
                    <a:pt x="25882" y="628313"/>
                  </a:lnTo>
                  <a:lnTo>
                    <a:pt x="20106" y="624418"/>
                  </a:lnTo>
                  <a:cubicBezTo>
                    <a:pt x="7684" y="611997"/>
                    <a:pt x="1" y="594836"/>
                    <a:pt x="1" y="575881"/>
                  </a:cubicBezTo>
                  <a:cubicBezTo>
                    <a:pt x="1" y="537971"/>
                    <a:pt x="30733" y="507239"/>
                    <a:pt x="68643" y="507239"/>
                  </a:cubicBezTo>
                  <a:cubicBezTo>
                    <a:pt x="78121" y="507239"/>
                    <a:pt x="87150" y="509160"/>
                    <a:pt x="95362" y="512633"/>
                  </a:cubicBezTo>
                  <a:lnTo>
                    <a:pt x="109767" y="522346"/>
                  </a:lnTo>
                  <a:lnTo>
                    <a:pt x="859279" y="82613"/>
                  </a:lnTo>
                  <a:lnTo>
                    <a:pt x="856458" y="68643"/>
                  </a:lnTo>
                  <a:cubicBezTo>
                    <a:pt x="856458" y="30732"/>
                    <a:pt x="887190" y="0"/>
                    <a:pt x="925101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71E0E27-515F-4EC3-B760-9F31664EDC73}"/>
                </a:ext>
              </a:extLst>
            </p:cNvPr>
            <p:cNvSpPr/>
            <p:nvPr/>
          </p:nvSpPr>
          <p:spPr>
            <a:xfrm>
              <a:off x="6190784" y="3803471"/>
              <a:ext cx="1129313" cy="1276507"/>
            </a:xfrm>
            <a:custGeom>
              <a:avLst/>
              <a:gdLst>
                <a:gd name="connsiteX0" fmla="*/ 896251 w 1865646"/>
                <a:gd name="connsiteY0" fmla="*/ 120481 h 2108813"/>
                <a:gd name="connsiteX1" fmla="*/ 129434 w 1865646"/>
                <a:gd name="connsiteY1" fmla="*/ 570366 h 2108813"/>
                <a:gd name="connsiteX2" fmla="*/ 125890 w 1865646"/>
                <a:gd name="connsiteY2" fmla="*/ 575622 h 2108813"/>
                <a:gd name="connsiteX3" fmla="*/ 112789 w 1865646"/>
                <a:gd name="connsiteY3" fmla="*/ 584455 h 2108813"/>
                <a:gd name="connsiteX4" fmla="*/ 119147 w 1865646"/>
                <a:gd name="connsiteY4" fmla="*/ 1490535 h 2108813"/>
                <a:gd name="connsiteX5" fmla="*/ 131891 w 1865646"/>
                <a:gd name="connsiteY5" fmla="*/ 1509437 h 2108813"/>
                <a:gd name="connsiteX6" fmla="*/ 137285 w 1865646"/>
                <a:gd name="connsiteY6" fmla="*/ 1536156 h 2108813"/>
                <a:gd name="connsiteX7" fmla="*/ 136049 w 1865646"/>
                <a:gd name="connsiteY7" fmla="*/ 1542278 h 2108813"/>
                <a:gd name="connsiteX8" fmla="*/ 907672 w 1865646"/>
                <a:gd name="connsiteY8" fmla="*/ 1980632 h 2108813"/>
                <a:gd name="connsiteX9" fmla="*/ 913174 w 1865646"/>
                <a:gd name="connsiteY9" fmla="*/ 1976922 h 2108813"/>
                <a:gd name="connsiteX10" fmla="*/ 939893 w 1865646"/>
                <a:gd name="connsiteY10" fmla="*/ 1971528 h 2108813"/>
                <a:gd name="connsiteX11" fmla="*/ 966612 w 1865646"/>
                <a:gd name="connsiteY11" fmla="*/ 1976922 h 2108813"/>
                <a:gd name="connsiteX12" fmla="*/ 978887 w 1865646"/>
                <a:gd name="connsiteY12" fmla="*/ 1985199 h 2108813"/>
                <a:gd name="connsiteX13" fmla="*/ 1722260 w 1865646"/>
                <a:gd name="connsiteY13" fmla="*/ 1549067 h 2108813"/>
                <a:gd name="connsiteX14" fmla="*/ 1719653 w 1865646"/>
                <a:gd name="connsiteY14" fmla="*/ 1536156 h 2108813"/>
                <a:gd name="connsiteX15" fmla="*/ 1761577 w 1865646"/>
                <a:gd name="connsiteY15" fmla="*/ 1472908 h 2108813"/>
                <a:gd name="connsiteX16" fmla="*/ 1769197 w 1865646"/>
                <a:gd name="connsiteY16" fmla="*/ 1471370 h 2108813"/>
                <a:gd name="connsiteX17" fmla="*/ 1762980 w 1865646"/>
                <a:gd name="connsiteY17" fmla="*/ 585408 h 2108813"/>
                <a:gd name="connsiteX18" fmla="*/ 1748466 w 1865646"/>
                <a:gd name="connsiteY18" fmla="*/ 575622 h 2108813"/>
                <a:gd name="connsiteX19" fmla="*/ 1733755 w 1865646"/>
                <a:gd name="connsiteY19" fmla="*/ 553803 h 2108813"/>
                <a:gd name="connsiteX20" fmla="*/ 1733366 w 1865646"/>
                <a:gd name="connsiteY20" fmla="*/ 551872 h 2108813"/>
                <a:gd name="connsiteX21" fmla="*/ 979173 w 1865646"/>
                <a:gd name="connsiteY21" fmla="*/ 123421 h 2108813"/>
                <a:gd name="connsiteX22" fmla="*/ 966611 w 1865646"/>
                <a:gd name="connsiteY22" fmla="*/ 131891 h 2108813"/>
                <a:gd name="connsiteX23" fmla="*/ 939893 w 1865646"/>
                <a:gd name="connsiteY23" fmla="*/ 137285 h 2108813"/>
                <a:gd name="connsiteX24" fmla="*/ 913174 w 1865646"/>
                <a:gd name="connsiteY24" fmla="*/ 131891 h 2108813"/>
                <a:gd name="connsiteX25" fmla="*/ 939893 w 1865646"/>
                <a:gd name="connsiteY25" fmla="*/ 0 h 2108813"/>
                <a:gd name="connsiteX26" fmla="*/ 1008535 w 1865646"/>
                <a:gd name="connsiteY26" fmla="*/ 68643 h 2108813"/>
                <a:gd name="connsiteX27" fmla="*/ 1007047 w 1865646"/>
                <a:gd name="connsiteY27" fmla="*/ 76016 h 2108813"/>
                <a:gd name="connsiteX28" fmla="*/ 1739379 w 1865646"/>
                <a:gd name="connsiteY28" fmla="*/ 492025 h 2108813"/>
                <a:gd name="connsiteX29" fmla="*/ 1748466 w 1865646"/>
                <a:gd name="connsiteY29" fmla="*/ 478547 h 2108813"/>
                <a:gd name="connsiteX30" fmla="*/ 1797004 w 1865646"/>
                <a:gd name="connsiteY30" fmla="*/ 458442 h 2108813"/>
                <a:gd name="connsiteX31" fmla="*/ 1865646 w 1865646"/>
                <a:gd name="connsiteY31" fmla="*/ 527085 h 2108813"/>
                <a:gd name="connsiteX32" fmla="*/ 1823722 w 1865646"/>
                <a:gd name="connsiteY32" fmla="*/ 590333 h 2108813"/>
                <a:gd name="connsiteX33" fmla="*/ 1817981 w 1865646"/>
                <a:gd name="connsiteY33" fmla="*/ 591492 h 2108813"/>
                <a:gd name="connsiteX34" fmla="*/ 1824186 w 1865646"/>
                <a:gd name="connsiteY34" fmla="*/ 1479093 h 2108813"/>
                <a:gd name="connsiteX35" fmla="*/ 1836832 w 1865646"/>
                <a:gd name="connsiteY35" fmla="*/ 1487619 h 2108813"/>
                <a:gd name="connsiteX36" fmla="*/ 1856937 w 1865646"/>
                <a:gd name="connsiteY36" fmla="*/ 1536156 h 2108813"/>
                <a:gd name="connsiteX37" fmla="*/ 1788295 w 1865646"/>
                <a:gd name="connsiteY37" fmla="*/ 1604798 h 2108813"/>
                <a:gd name="connsiteX38" fmla="*/ 1761577 w 1865646"/>
                <a:gd name="connsiteY38" fmla="*/ 1599404 h 2108813"/>
                <a:gd name="connsiteX39" fmla="*/ 1753830 w 1865646"/>
                <a:gd name="connsiteY39" fmla="*/ 1594181 h 2108813"/>
                <a:gd name="connsiteX40" fmla="*/ 1006959 w 1865646"/>
                <a:gd name="connsiteY40" fmla="*/ 2032364 h 2108813"/>
                <a:gd name="connsiteX41" fmla="*/ 1008535 w 1865646"/>
                <a:gd name="connsiteY41" fmla="*/ 2040171 h 2108813"/>
                <a:gd name="connsiteX42" fmla="*/ 939893 w 1865646"/>
                <a:gd name="connsiteY42" fmla="*/ 2108813 h 2108813"/>
                <a:gd name="connsiteX43" fmla="*/ 871250 w 1865646"/>
                <a:gd name="connsiteY43" fmla="*/ 2040171 h 2108813"/>
                <a:gd name="connsiteX44" fmla="*/ 874343 w 1865646"/>
                <a:gd name="connsiteY44" fmla="*/ 2024852 h 2108813"/>
                <a:gd name="connsiteX45" fmla="*/ 109094 w 1865646"/>
                <a:gd name="connsiteY45" fmla="*/ 1590145 h 2108813"/>
                <a:gd name="connsiteX46" fmla="*/ 95362 w 1865646"/>
                <a:gd name="connsiteY46" fmla="*/ 1599404 h 2108813"/>
                <a:gd name="connsiteX47" fmla="*/ 68643 w 1865646"/>
                <a:gd name="connsiteY47" fmla="*/ 1604798 h 2108813"/>
                <a:gd name="connsiteX48" fmla="*/ 0 w 1865646"/>
                <a:gd name="connsiteY48" fmla="*/ 1536156 h 2108813"/>
                <a:gd name="connsiteX49" fmla="*/ 41923 w 1865646"/>
                <a:gd name="connsiteY49" fmla="*/ 1472907 h 2108813"/>
                <a:gd name="connsiteX50" fmla="*/ 63975 w 1865646"/>
                <a:gd name="connsiteY50" fmla="*/ 1468456 h 2108813"/>
                <a:gd name="connsiteX51" fmla="*/ 57847 w 1865646"/>
                <a:gd name="connsiteY51" fmla="*/ 591789 h 2108813"/>
                <a:gd name="connsiteX52" fmla="*/ 50633 w 1865646"/>
                <a:gd name="connsiteY52" fmla="*/ 590333 h 2108813"/>
                <a:gd name="connsiteX53" fmla="*/ 8710 w 1865646"/>
                <a:gd name="connsiteY53" fmla="*/ 527085 h 2108813"/>
                <a:gd name="connsiteX54" fmla="*/ 77352 w 1865646"/>
                <a:gd name="connsiteY54" fmla="*/ 458443 h 2108813"/>
                <a:gd name="connsiteX55" fmla="*/ 125890 w 1865646"/>
                <a:gd name="connsiteY55" fmla="*/ 478548 h 2108813"/>
                <a:gd name="connsiteX56" fmla="*/ 140435 w 1865646"/>
                <a:gd name="connsiteY56" fmla="*/ 500122 h 2108813"/>
                <a:gd name="connsiteX57" fmla="*/ 871741 w 1865646"/>
                <a:gd name="connsiteY57" fmla="*/ 71071 h 2108813"/>
                <a:gd name="connsiteX58" fmla="*/ 871250 w 1865646"/>
                <a:gd name="connsiteY58" fmla="*/ 68643 h 2108813"/>
                <a:gd name="connsiteX59" fmla="*/ 939893 w 1865646"/>
                <a:gd name="connsiteY59" fmla="*/ 0 h 210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865646" h="2108813">
                  <a:moveTo>
                    <a:pt x="896251" y="120481"/>
                  </a:moveTo>
                  <a:lnTo>
                    <a:pt x="129434" y="570366"/>
                  </a:lnTo>
                  <a:lnTo>
                    <a:pt x="125890" y="575622"/>
                  </a:lnTo>
                  <a:lnTo>
                    <a:pt x="112789" y="584455"/>
                  </a:lnTo>
                  <a:lnTo>
                    <a:pt x="119147" y="1490535"/>
                  </a:lnTo>
                  <a:lnTo>
                    <a:pt x="131891" y="1509437"/>
                  </a:lnTo>
                  <a:cubicBezTo>
                    <a:pt x="135365" y="1517649"/>
                    <a:pt x="137285" y="1526678"/>
                    <a:pt x="137285" y="1536156"/>
                  </a:cubicBezTo>
                  <a:lnTo>
                    <a:pt x="136049" y="1542278"/>
                  </a:lnTo>
                  <a:lnTo>
                    <a:pt x="907672" y="1980632"/>
                  </a:lnTo>
                  <a:lnTo>
                    <a:pt x="913174" y="1976922"/>
                  </a:lnTo>
                  <a:cubicBezTo>
                    <a:pt x="921387" y="1973449"/>
                    <a:pt x="930415" y="1971528"/>
                    <a:pt x="939893" y="1971528"/>
                  </a:cubicBezTo>
                  <a:cubicBezTo>
                    <a:pt x="949370" y="1971528"/>
                    <a:pt x="958399" y="1973449"/>
                    <a:pt x="966612" y="1976922"/>
                  </a:cubicBezTo>
                  <a:lnTo>
                    <a:pt x="978887" y="1985199"/>
                  </a:lnTo>
                  <a:lnTo>
                    <a:pt x="1722260" y="1549067"/>
                  </a:lnTo>
                  <a:lnTo>
                    <a:pt x="1719653" y="1536156"/>
                  </a:lnTo>
                  <a:cubicBezTo>
                    <a:pt x="1719653" y="1507724"/>
                    <a:pt x="1736940" y="1483329"/>
                    <a:pt x="1761577" y="1472908"/>
                  </a:cubicBezTo>
                  <a:lnTo>
                    <a:pt x="1769197" y="1471370"/>
                  </a:lnTo>
                  <a:lnTo>
                    <a:pt x="1762980" y="585408"/>
                  </a:lnTo>
                  <a:lnTo>
                    <a:pt x="1748466" y="575622"/>
                  </a:lnTo>
                  <a:cubicBezTo>
                    <a:pt x="1742255" y="569411"/>
                    <a:pt x="1737229" y="562016"/>
                    <a:pt x="1733755" y="553803"/>
                  </a:cubicBezTo>
                  <a:lnTo>
                    <a:pt x="1733366" y="551872"/>
                  </a:lnTo>
                  <a:lnTo>
                    <a:pt x="979173" y="123421"/>
                  </a:lnTo>
                  <a:lnTo>
                    <a:pt x="966611" y="131891"/>
                  </a:lnTo>
                  <a:cubicBezTo>
                    <a:pt x="958399" y="135364"/>
                    <a:pt x="949370" y="137285"/>
                    <a:pt x="939893" y="137285"/>
                  </a:cubicBezTo>
                  <a:cubicBezTo>
                    <a:pt x="930415" y="137285"/>
                    <a:pt x="921386" y="135364"/>
                    <a:pt x="913174" y="131891"/>
                  </a:cubicBezTo>
                  <a:close/>
                  <a:moveTo>
                    <a:pt x="939893" y="0"/>
                  </a:moveTo>
                  <a:cubicBezTo>
                    <a:pt x="977802" y="0"/>
                    <a:pt x="1008535" y="30732"/>
                    <a:pt x="1008535" y="68643"/>
                  </a:cubicBezTo>
                  <a:lnTo>
                    <a:pt x="1007047" y="76016"/>
                  </a:lnTo>
                  <a:lnTo>
                    <a:pt x="1739379" y="492025"/>
                  </a:lnTo>
                  <a:lnTo>
                    <a:pt x="1748466" y="478547"/>
                  </a:lnTo>
                  <a:cubicBezTo>
                    <a:pt x="1760888" y="466125"/>
                    <a:pt x="1778049" y="458442"/>
                    <a:pt x="1797004" y="458442"/>
                  </a:cubicBezTo>
                  <a:cubicBezTo>
                    <a:pt x="1834913" y="458442"/>
                    <a:pt x="1865646" y="489174"/>
                    <a:pt x="1865646" y="527085"/>
                  </a:cubicBezTo>
                  <a:cubicBezTo>
                    <a:pt x="1865646" y="555517"/>
                    <a:pt x="1848359" y="579912"/>
                    <a:pt x="1823722" y="590333"/>
                  </a:cubicBezTo>
                  <a:lnTo>
                    <a:pt x="1817981" y="591492"/>
                  </a:lnTo>
                  <a:lnTo>
                    <a:pt x="1824186" y="1479093"/>
                  </a:lnTo>
                  <a:lnTo>
                    <a:pt x="1836832" y="1487619"/>
                  </a:lnTo>
                  <a:cubicBezTo>
                    <a:pt x="1849254" y="1500041"/>
                    <a:pt x="1856937" y="1517201"/>
                    <a:pt x="1856937" y="1536156"/>
                  </a:cubicBezTo>
                  <a:cubicBezTo>
                    <a:pt x="1856937" y="1574066"/>
                    <a:pt x="1826204" y="1604798"/>
                    <a:pt x="1788295" y="1604798"/>
                  </a:cubicBezTo>
                  <a:cubicBezTo>
                    <a:pt x="1778818" y="1604798"/>
                    <a:pt x="1769789" y="1602878"/>
                    <a:pt x="1761577" y="1599404"/>
                  </a:cubicBezTo>
                  <a:lnTo>
                    <a:pt x="1753830" y="1594181"/>
                  </a:lnTo>
                  <a:lnTo>
                    <a:pt x="1006959" y="2032364"/>
                  </a:lnTo>
                  <a:lnTo>
                    <a:pt x="1008535" y="2040171"/>
                  </a:lnTo>
                  <a:cubicBezTo>
                    <a:pt x="1008535" y="2078080"/>
                    <a:pt x="977803" y="2108813"/>
                    <a:pt x="939893" y="2108813"/>
                  </a:cubicBezTo>
                  <a:cubicBezTo>
                    <a:pt x="901983" y="2108813"/>
                    <a:pt x="871250" y="2078080"/>
                    <a:pt x="871250" y="2040171"/>
                  </a:cubicBezTo>
                  <a:lnTo>
                    <a:pt x="874343" y="2024852"/>
                  </a:lnTo>
                  <a:lnTo>
                    <a:pt x="109094" y="1590145"/>
                  </a:lnTo>
                  <a:lnTo>
                    <a:pt x="95362" y="1599404"/>
                  </a:lnTo>
                  <a:cubicBezTo>
                    <a:pt x="87149" y="1602877"/>
                    <a:pt x="78120" y="1604798"/>
                    <a:pt x="68643" y="1604798"/>
                  </a:cubicBezTo>
                  <a:cubicBezTo>
                    <a:pt x="30732" y="1604798"/>
                    <a:pt x="0" y="1574065"/>
                    <a:pt x="0" y="1536156"/>
                  </a:cubicBezTo>
                  <a:cubicBezTo>
                    <a:pt x="0" y="1507723"/>
                    <a:pt x="17287" y="1483328"/>
                    <a:pt x="41923" y="1472907"/>
                  </a:cubicBezTo>
                  <a:lnTo>
                    <a:pt x="63975" y="1468456"/>
                  </a:lnTo>
                  <a:lnTo>
                    <a:pt x="57847" y="591789"/>
                  </a:lnTo>
                  <a:lnTo>
                    <a:pt x="50633" y="590333"/>
                  </a:lnTo>
                  <a:cubicBezTo>
                    <a:pt x="25997" y="579912"/>
                    <a:pt x="8710" y="555518"/>
                    <a:pt x="8710" y="527085"/>
                  </a:cubicBezTo>
                  <a:cubicBezTo>
                    <a:pt x="8710" y="489175"/>
                    <a:pt x="39442" y="458443"/>
                    <a:pt x="77352" y="458443"/>
                  </a:cubicBezTo>
                  <a:cubicBezTo>
                    <a:pt x="96307" y="458443"/>
                    <a:pt x="113468" y="466126"/>
                    <a:pt x="125890" y="478548"/>
                  </a:cubicBezTo>
                  <a:lnTo>
                    <a:pt x="140435" y="500122"/>
                  </a:lnTo>
                  <a:lnTo>
                    <a:pt x="871741" y="71071"/>
                  </a:lnTo>
                  <a:lnTo>
                    <a:pt x="871250" y="68643"/>
                  </a:lnTo>
                  <a:cubicBezTo>
                    <a:pt x="871250" y="30732"/>
                    <a:pt x="901982" y="0"/>
                    <a:pt x="939893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103230F-8477-4E4A-B1AA-8C6909E3DAF1}"/>
                </a:ext>
              </a:extLst>
            </p:cNvPr>
            <p:cNvSpPr/>
            <p:nvPr/>
          </p:nvSpPr>
          <p:spPr>
            <a:xfrm>
              <a:off x="5518243" y="2613915"/>
              <a:ext cx="1120377" cy="1272658"/>
            </a:xfrm>
            <a:custGeom>
              <a:avLst/>
              <a:gdLst>
                <a:gd name="connsiteX0" fmla="*/ 885279 w 1850884"/>
                <a:gd name="connsiteY0" fmla="*/ 117464 h 2102455"/>
                <a:gd name="connsiteX1" fmla="*/ 134185 w 1850884"/>
                <a:gd name="connsiteY1" fmla="*/ 551124 h 2102455"/>
                <a:gd name="connsiteX2" fmla="*/ 137285 w 1850884"/>
                <a:gd name="connsiteY2" fmla="*/ 566477 h 2102455"/>
                <a:gd name="connsiteX3" fmla="*/ 117180 w 1850884"/>
                <a:gd name="connsiteY3" fmla="*/ 615015 h 2102455"/>
                <a:gd name="connsiteX4" fmla="*/ 96375 w 1850884"/>
                <a:gd name="connsiteY4" fmla="*/ 629042 h 2102455"/>
                <a:gd name="connsiteX5" fmla="*/ 96375 w 1850884"/>
                <a:gd name="connsiteY5" fmla="*/ 1504603 h 2102455"/>
                <a:gd name="connsiteX6" fmla="*/ 117180 w 1850884"/>
                <a:gd name="connsiteY6" fmla="*/ 1518631 h 2102455"/>
                <a:gd name="connsiteX7" fmla="*/ 131891 w 1850884"/>
                <a:gd name="connsiteY7" fmla="*/ 1540450 h 2102455"/>
                <a:gd name="connsiteX8" fmla="*/ 133209 w 1850884"/>
                <a:gd name="connsiteY8" fmla="*/ 1546976 h 2102455"/>
                <a:gd name="connsiteX9" fmla="*/ 888308 w 1850884"/>
                <a:gd name="connsiteY9" fmla="*/ 1982948 h 2102455"/>
                <a:gd name="connsiteX10" fmla="*/ 906675 w 1850884"/>
                <a:gd name="connsiteY10" fmla="*/ 1970565 h 2102455"/>
                <a:gd name="connsiteX11" fmla="*/ 933393 w 1850884"/>
                <a:gd name="connsiteY11" fmla="*/ 1965171 h 2102455"/>
                <a:gd name="connsiteX12" fmla="*/ 960112 w 1850884"/>
                <a:gd name="connsiteY12" fmla="*/ 1970565 h 2102455"/>
                <a:gd name="connsiteX13" fmla="*/ 967465 w 1850884"/>
                <a:gd name="connsiteY13" fmla="*/ 1975523 h 2102455"/>
                <a:gd name="connsiteX14" fmla="*/ 1718728 w 1850884"/>
                <a:gd name="connsiteY14" fmla="*/ 1541766 h 2102455"/>
                <a:gd name="connsiteX15" fmla="*/ 1718993 w 1850884"/>
                <a:gd name="connsiteY15" fmla="*/ 1540450 h 2102455"/>
                <a:gd name="connsiteX16" fmla="*/ 1733704 w 1850884"/>
                <a:gd name="connsiteY16" fmla="*/ 1518631 h 2102455"/>
                <a:gd name="connsiteX17" fmla="*/ 1746537 w 1850884"/>
                <a:gd name="connsiteY17" fmla="*/ 1509979 h 2102455"/>
                <a:gd name="connsiteX18" fmla="*/ 1746537 w 1850884"/>
                <a:gd name="connsiteY18" fmla="*/ 623788 h 2102455"/>
                <a:gd name="connsiteX19" fmla="*/ 1733525 w 1850884"/>
                <a:gd name="connsiteY19" fmla="*/ 615015 h 2102455"/>
                <a:gd name="connsiteX20" fmla="*/ 1713420 w 1850884"/>
                <a:gd name="connsiteY20" fmla="*/ 566477 h 2102455"/>
                <a:gd name="connsiteX21" fmla="*/ 1715706 w 1850884"/>
                <a:gd name="connsiteY21" fmla="*/ 555154 h 2102455"/>
                <a:gd name="connsiteX22" fmla="*/ 970494 w 1850884"/>
                <a:gd name="connsiteY22" fmla="*/ 124890 h 2102455"/>
                <a:gd name="connsiteX23" fmla="*/ 960112 w 1850884"/>
                <a:gd name="connsiteY23" fmla="*/ 131890 h 2102455"/>
                <a:gd name="connsiteX24" fmla="*/ 933393 w 1850884"/>
                <a:gd name="connsiteY24" fmla="*/ 137284 h 2102455"/>
                <a:gd name="connsiteX25" fmla="*/ 906675 w 1850884"/>
                <a:gd name="connsiteY25" fmla="*/ 131890 h 2102455"/>
                <a:gd name="connsiteX26" fmla="*/ 933393 w 1850884"/>
                <a:gd name="connsiteY26" fmla="*/ 0 h 2102455"/>
                <a:gd name="connsiteX27" fmla="*/ 1002035 w 1850884"/>
                <a:gd name="connsiteY27" fmla="*/ 68642 h 2102455"/>
                <a:gd name="connsiteX28" fmla="*/ 1000044 w 1850884"/>
                <a:gd name="connsiteY28" fmla="*/ 78503 h 2102455"/>
                <a:gd name="connsiteX29" fmla="*/ 1746256 w 1850884"/>
                <a:gd name="connsiteY29" fmla="*/ 509357 h 2102455"/>
                <a:gd name="connsiteX30" fmla="*/ 1755344 w 1850884"/>
                <a:gd name="connsiteY30" fmla="*/ 503229 h 2102455"/>
                <a:gd name="connsiteX31" fmla="*/ 1782063 w 1850884"/>
                <a:gd name="connsiteY31" fmla="*/ 497835 h 2102455"/>
                <a:gd name="connsiteX32" fmla="*/ 1850705 w 1850884"/>
                <a:gd name="connsiteY32" fmla="*/ 566477 h 2102455"/>
                <a:gd name="connsiteX33" fmla="*/ 1808782 w 1850884"/>
                <a:gd name="connsiteY33" fmla="*/ 629726 h 2102455"/>
                <a:gd name="connsiteX34" fmla="*/ 1801510 w 1850884"/>
                <a:gd name="connsiteY34" fmla="*/ 631194 h 2102455"/>
                <a:gd name="connsiteX35" fmla="*/ 1801510 w 1850884"/>
                <a:gd name="connsiteY35" fmla="*/ 1502416 h 2102455"/>
                <a:gd name="connsiteX36" fmla="*/ 1808960 w 1850884"/>
                <a:gd name="connsiteY36" fmla="*/ 1503920 h 2102455"/>
                <a:gd name="connsiteX37" fmla="*/ 1850884 w 1850884"/>
                <a:gd name="connsiteY37" fmla="*/ 1567169 h 2102455"/>
                <a:gd name="connsiteX38" fmla="*/ 1782242 w 1850884"/>
                <a:gd name="connsiteY38" fmla="*/ 1635811 h 2102455"/>
                <a:gd name="connsiteX39" fmla="*/ 1733704 w 1850884"/>
                <a:gd name="connsiteY39" fmla="*/ 1615706 h 2102455"/>
                <a:gd name="connsiteX40" fmla="*/ 1724436 w 1850884"/>
                <a:gd name="connsiteY40" fmla="*/ 1601960 h 2102455"/>
                <a:gd name="connsiteX41" fmla="*/ 999360 w 1850884"/>
                <a:gd name="connsiteY41" fmla="*/ 2020561 h 2102455"/>
                <a:gd name="connsiteX42" fmla="*/ 1002035 w 1850884"/>
                <a:gd name="connsiteY42" fmla="*/ 2033813 h 2102455"/>
                <a:gd name="connsiteX43" fmla="*/ 933393 w 1850884"/>
                <a:gd name="connsiteY43" fmla="*/ 2102455 h 2102455"/>
                <a:gd name="connsiteX44" fmla="*/ 864751 w 1850884"/>
                <a:gd name="connsiteY44" fmla="*/ 2033813 h 2102455"/>
                <a:gd name="connsiteX45" fmla="*/ 864934 w 1850884"/>
                <a:gd name="connsiteY45" fmla="*/ 2032906 h 2102455"/>
                <a:gd name="connsiteX46" fmla="*/ 124214 w 1850884"/>
                <a:gd name="connsiteY46" fmla="*/ 1605273 h 2102455"/>
                <a:gd name="connsiteX47" fmla="*/ 117180 w 1850884"/>
                <a:gd name="connsiteY47" fmla="*/ 1615706 h 2102455"/>
                <a:gd name="connsiteX48" fmla="*/ 68643 w 1850884"/>
                <a:gd name="connsiteY48" fmla="*/ 1635811 h 2102455"/>
                <a:gd name="connsiteX49" fmla="*/ 0 w 1850884"/>
                <a:gd name="connsiteY49" fmla="*/ 1567169 h 2102455"/>
                <a:gd name="connsiteX50" fmla="*/ 20105 w 1850884"/>
                <a:gd name="connsiteY50" fmla="*/ 1518631 h 2102455"/>
                <a:gd name="connsiteX51" fmla="*/ 41401 w 1850884"/>
                <a:gd name="connsiteY51" fmla="*/ 1504273 h 2102455"/>
                <a:gd name="connsiteX52" fmla="*/ 41401 w 1850884"/>
                <a:gd name="connsiteY52" fmla="*/ 629373 h 2102455"/>
                <a:gd name="connsiteX53" fmla="*/ 20105 w 1850884"/>
                <a:gd name="connsiteY53" fmla="*/ 615015 h 2102455"/>
                <a:gd name="connsiteX54" fmla="*/ 0 w 1850884"/>
                <a:gd name="connsiteY54" fmla="*/ 566477 h 2102455"/>
                <a:gd name="connsiteX55" fmla="*/ 68643 w 1850884"/>
                <a:gd name="connsiteY55" fmla="*/ 497835 h 2102455"/>
                <a:gd name="connsiteX56" fmla="*/ 95362 w 1850884"/>
                <a:gd name="connsiteY56" fmla="*/ 503229 h 2102455"/>
                <a:gd name="connsiteX57" fmla="*/ 100854 w 1850884"/>
                <a:gd name="connsiteY57" fmla="*/ 506932 h 2102455"/>
                <a:gd name="connsiteX58" fmla="*/ 865385 w 1850884"/>
                <a:gd name="connsiteY58" fmla="*/ 65502 h 2102455"/>
                <a:gd name="connsiteX59" fmla="*/ 870145 w 1850884"/>
                <a:gd name="connsiteY59" fmla="*/ 41923 h 2102455"/>
                <a:gd name="connsiteX60" fmla="*/ 933393 w 1850884"/>
                <a:gd name="connsiteY60" fmla="*/ 0 h 210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850884" h="2102455">
                  <a:moveTo>
                    <a:pt x="885279" y="117464"/>
                  </a:moveTo>
                  <a:lnTo>
                    <a:pt x="134185" y="551124"/>
                  </a:lnTo>
                  <a:lnTo>
                    <a:pt x="137285" y="566477"/>
                  </a:lnTo>
                  <a:cubicBezTo>
                    <a:pt x="137285" y="585432"/>
                    <a:pt x="129602" y="602593"/>
                    <a:pt x="117180" y="615015"/>
                  </a:cubicBezTo>
                  <a:lnTo>
                    <a:pt x="96375" y="629042"/>
                  </a:lnTo>
                  <a:lnTo>
                    <a:pt x="96375" y="1504603"/>
                  </a:lnTo>
                  <a:lnTo>
                    <a:pt x="117180" y="1518631"/>
                  </a:lnTo>
                  <a:cubicBezTo>
                    <a:pt x="123391" y="1524842"/>
                    <a:pt x="128418" y="1532237"/>
                    <a:pt x="131891" y="1540450"/>
                  </a:cubicBezTo>
                  <a:lnTo>
                    <a:pt x="133209" y="1546976"/>
                  </a:lnTo>
                  <a:lnTo>
                    <a:pt x="888308" y="1982948"/>
                  </a:lnTo>
                  <a:lnTo>
                    <a:pt x="906675" y="1970565"/>
                  </a:lnTo>
                  <a:cubicBezTo>
                    <a:pt x="914887" y="1967092"/>
                    <a:pt x="923916" y="1965171"/>
                    <a:pt x="933393" y="1965171"/>
                  </a:cubicBezTo>
                  <a:cubicBezTo>
                    <a:pt x="942871" y="1965171"/>
                    <a:pt x="951900" y="1967092"/>
                    <a:pt x="960112" y="1970565"/>
                  </a:cubicBezTo>
                  <a:lnTo>
                    <a:pt x="967465" y="1975523"/>
                  </a:lnTo>
                  <a:lnTo>
                    <a:pt x="1718728" y="1541766"/>
                  </a:lnTo>
                  <a:lnTo>
                    <a:pt x="1718993" y="1540450"/>
                  </a:lnTo>
                  <a:cubicBezTo>
                    <a:pt x="1722467" y="1532237"/>
                    <a:pt x="1727493" y="1524842"/>
                    <a:pt x="1733704" y="1518631"/>
                  </a:cubicBezTo>
                  <a:lnTo>
                    <a:pt x="1746537" y="1509979"/>
                  </a:lnTo>
                  <a:lnTo>
                    <a:pt x="1746537" y="623788"/>
                  </a:lnTo>
                  <a:lnTo>
                    <a:pt x="1733525" y="615015"/>
                  </a:lnTo>
                  <a:cubicBezTo>
                    <a:pt x="1721103" y="602593"/>
                    <a:pt x="1713420" y="585433"/>
                    <a:pt x="1713420" y="566477"/>
                  </a:cubicBezTo>
                  <a:lnTo>
                    <a:pt x="1715706" y="555154"/>
                  </a:lnTo>
                  <a:lnTo>
                    <a:pt x="970494" y="124890"/>
                  </a:lnTo>
                  <a:lnTo>
                    <a:pt x="960112" y="131890"/>
                  </a:lnTo>
                  <a:cubicBezTo>
                    <a:pt x="951900" y="135363"/>
                    <a:pt x="942871" y="137284"/>
                    <a:pt x="933393" y="137284"/>
                  </a:cubicBezTo>
                  <a:cubicBezTo>
                    <a:pt x="923916" y="137284"/>
                    <a:pt x="914887" y="135363"/>
                    <a:pt x="906675" y="131890"/>
                  </a:cubicBezTo>
                  <a:close/>
                  <a:moveTo>
                    <a:pt x="933393" y="0"/>
                  </a:moveTo>
                  <a:cubicBezTo>
                    <a:pt x="971303" y="0"/>
                    <a:pt x="1002035" y="30732"/>
                    <a:pt x="1002035" y="68642"/>
                  </a:cubicBezTo>
                  <a:lnTo>
                    <a:pt x="1000044" y="78503"/>
                  </a:lnTo>
                  <a:lnTo>
                    <a:pt x="1746256" y="509357"/>
                  </a:lnTo>
                  <a:lnTo>
                    <a:pt x="1755344" y="503229"/>
                  </a:lnTo>
                  <a:cubicBezTo>
                    <a:pt x="1763556" y="499756"/>
                    <a:pt x="1772585" y="497835"/>
                    <a:pt x="1782063" y="497835"/>
                  </a:cubicBezTo>
                  <a:cubicBezTo>
                    <a:pt x="1819973" y="497835"/>
                    <a:pt x="1850705" y="528567"/>
                    <a:pt x="1850705" y="566477"/>
                  </a:cubicBezTo>
                  <a:cubicBezTo>
                    <a:pt x="1850705" y="594910"/>
                    <a:pt x="1833418" y="619305"/>
                    <a:pt x="1808782" y="629726"/>
                  </a:cubicBezTo>
                  <a:lnTo>
                    <a:pt x="1801510" y="631194"/>
                  </a:lnTo>
                  <a:lnTo>
                    <a:pt x="1801510" y="1502416"/>
                  </a:lnTo>
                  <a:lnTo>
                    <a:pt x="1808960" y="1503920"/>
                  </a:lnTo>
                  <a:cubicBezTo>
                    <a:pt x="1833597" y="1514341"/>
                    <a:pt x="1850884" y="1538736"/>
                    <a:pt x="1850884" y="1567169"/>
                  </a:cubicBezTo>
                  <a:cubicBezTo>
                    <a:pt x="1850884" y="1605079"/>
                    <a:pt x="1820151" y="1635811"/>
                    <a:pt x="1782242" y="1635811"/>
                  </a:cubicBezTo>
                  <a:cubicBezTo>
                    <a:pt x="1763286" y="1635811"/>
                    <a:pt x="1746126" y="1628128"/>
                    <a:pt x="1733704" y="1615706"/>
                  </a:cubicBezTo>
                  <a:lnTo>
                    <a:pt x="1724436" y="1601960"/>
                  </a:lnTo>
                  <a:lnTo>
                    <a:pt x="999360" y="2020561"/>
                  </a:lnTo>
                  <a:lnTo>
                    <a:pt x="1002035" y="2033813"/>
                  </a:lnTo>
                  <a:cubicBezTo>
                    <a:pt x="1002035" y="2071723"/>
                    <a:pt x="971303" y="2102455"/>
                    <a:pt x="933393" y="2102455"/>
                  </a:cubicBezTo>
                  <a:cubicBezTo>
                    <a:pt x="895483" y="2102455"/>
                    <a:pt x="864751" y="2071723"/>
                    <a:pt x="864751" y="2033813"/>
                  </a:cubicBezTo>
                  <a:lnTo>
                    <a:pt x="864934" y="2032906"/>
                  </a:lnTo>
                  <a:lnTo>
                    <a:pt x="124214" y="1605273"/>
                  </a:lnTo>
                  <a:lnTo>
                    <a:pt x="117180" y="1615706"/>
                  </a:lnTo>
                  <a:cubicBezTo>
                    <a:pt x="104759" y="1628128"/>
                    <a:pt x="87598" y="1635811"/>
                    <a:pt x="68643" y="1635811"/>
                  </a:cubicBezTo>
                  <a:cubicBezTo>
                    <a:pt x="30732" y="1635811"/>
                    <a:pt x="0" y="1605079"/>
                    <a:pt x="0" y="1567169"/>
                  </a:cubicBezTo>
                  <a:cubicBezTo>
                    <a:pt x="0" y="1548213"/>
                    <a:pt x="7683" y="1531053"/>
                    <a:pt x="20105" y="1518631"/>
                  </a:cubicBezTo>
                  <a:lnTo>
                    <a:pt x="41401" y="1504273"/>
                  </a:lnTo>
                  <a:lnTo>
                    <a:pt x="41401" y="629373"/>
                  </a:lnTo>
                  <a:lnTo>
                    <a:pt x="20105" y="615015"/>
                  </a:lnTo>
                  <a:cubicBezTo>
                    <a:pt x="7683" y="602593"/>
                    <a:pt x="0" y="585432"/>
                    <a:pt x="0" y="566477"/>
                  </a:cubicBezTo>
                  <a:cubicBezTo>
                    <a:pt x="0" y="528567"/>
                    <a:pt x="30732" y="497835"/>
                    <a:pt x="68643" y="497835"/>
                  </a:cubicBezTo>
                  <a:cubicBezTo>
                    <a:pt x="78120" y="497835"/>
                    <a:pt x="87149" y="499756"/>
                    <a:pt x="95362" y="503229"/>
                  </a:cubicBezTo>
                  <a:lnTo>
                    <a:pt x="100854" y="506932"/>
                  </a:lnTo>
                  <a:lnTo>
                    <a:pt x="865385" y="65502"/>
                  </a:lnTo>
                  <a:lnTo>
                    <a:pt x="870145" y="41923"/>
                  </a:lnTo>
                  <a:cubicBezTo>
                    <a:pt x="880566" y="17287"/>
                    <a:pt x="904961" y="0"/>
                    <a:pt x="933393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C9A7798-2576-4186-B293-8B1C16337D99}"/>
                </a:ext>
              </a:extLst>
            </p:cNvPr>
            <p:cNvSpPr/>
            <p:nvPr/>
          </p:nvSpPr>
          <p:spPr>
            <a:xfrm>
              <a:off x="6196056" y="2999088"/>
              <a:ext cx="1124041" cy="1276146"/>
            </a:xfrm>
            <a:custGeom>
              <a:avLst/>
              <a:gdLst>
                <a:gd name="connsiteX0" fmla="*/ 906556 w 1856937"/>
                <a:gd name="connsiteY0" fmla="*/ 132313 h 2108217"/>
                <a:gd name="connsiteX1" fmla="*/ 135496 w 1856937"/>
                <a:gd name="connsiteY1" fmla="*/ 584744 h 2108217"/>
                <a:gd name="connsiteX2" fmla="*/ 131891 w 1856937"/>
                <a:gd name="connsiteY2" fmla="*/ 602599 h 2108217"/>
                <a:gd name="connsiteX3" fmla="*/ 117180 w 1856937"/>
                <a:gd name="connsiteY3" fmla="*/ 624418 h 2108217"/>
                <a:gd name="connsiteX4" fmla="*/ 104171 w 1856937"/>
                <a:gd name="connsiteY4" fmla="*/ 633189 h 2108217"/>
                <a:gd name="connsiteX5" fmla="*/ 110432 w 1856937"/>
                <a:gd name="connsiteY5" fmla="*/ 1525480 h 2108217"/>
                <a:gd name="connsiteX6" fmla="*/ 117181 w 1856937"/>
                <a:gd name="connsiteY6" fmla="*/ 1530030 h 2108217"/>
                <a:gd name="connsiteX7" fmla="*/ 131891 w 1856937"/>
                <a:gd name="connsiteY7" fmla="*/ 1551848 h 2108217"/>
                <a:gd name="connsiteX8" fmla="*/ 135577 w 1856937"/>
                <a:gd name="connsiteY8" fmla="*/ 1570104 h 2108217"/>
                <a:gd name="connsiteX9" fmla="*/ 880994 w 1856937"/>
                <a:gd name="connsiteY9" fmla="*/ 1993488 h 2108217"/>
                <a:gd name="connsiteX10" fmla="*/ 882646 w 1856937"/>
                <a:gd name="connsiteY10" fmla="*/ 1991037 h 2108217"/>
                <a:gd name="connsiteX11" fmla="*/ 931184 w 1856937"/>
                <a:gd name="connsiteY11" fmla="*/ 1970932 h 2108217"/>
                <a:gd name="connsiteX12" fmla="*/ 979721 w 1856937"/>
                <a:gd name="connsiteY12" fmla="*/ 1991037 h 2108217"/>
                <a:gd name="connsiteX13" fmla="*/ 985317 w 1856937"/>
                <a:gd name="connsiteY13" fmla="*/ 1999337 h 2108217"/>
                <a:gd name="connsiteX14" fmla="*/ 1721968 w 1856937"/>
                <a:gd name="connsiteY14" fmla="*/ 1567095 h 2108217"/>
                <a:gd name="connsiteX15" fmla="*/ 1725046 w 1856937"/>
                <a:gd name="connsiteY15" fmla="*/ 1551848 h 2108217"/>
                <a:gd name="connsiteX16" fmla="*/ 1739757 w 1856937"/>
                <a:gd name="connsiteY16" fmla="*/ 1530029 h 2108217"/>
                <a:gd name="connsiteX17" fmla="*/ 1760609 w 1856937"/>
                <a:gd name="connsiteY17" fmla="*/ 1515970 h 2108217"/>
                <a:gd name="connsiteX18" fmla="*/ 1754422 w 1856937"/>
                <a:gd name="connsiteY18" fmla="*/ 634305 h 2108217"/>
                <a:gd name="connsiteX19" fmla="*/ 1739758 w 1856937"/>
                <a:gd name="connsiteY19" fmla="*/ 624418 h 2108217"/>
                <a:gd name="connsiteX20" fmla="*/ 1719653 w 1856937"/>
                <a:gd name="connsiteY20" fmla="*/ 575881 h 2108217"/>
                <a:gd name="connsiteX21" fmla="*/ 1720351 w 1856937"/>
                <a:gd name="connsiteY21" fmla="*/ 572427 h 2108217"/>
                <a:gd name="connsiteX22" fmla="*/ 948186 w 1856937"/>
                <a:gd name="connsiteY22" fmla="*/ 133852 h 2108217"/>
                <a:gd name="connsiteX23" fmla="*/ 931184 w 1856937"/>
                <a:gd name="connsiteY23" fmla="*/ 137285 h 2108217"/>
                <a:gd name="connsiteX24" fmla="*/ 931184 w 1856937"/>
                <a:gd name="connsiteY24" fmla="*/ 0 h 2108217"/>
                <a:gd name="connsiteX25" fmla="*/ 999826 w 1856937"/>
                <a:gd name="connsiteY25" fmla="*/ 68643 h 2108217"/>
                <a:gd name="connsiteX26" fmla="*/ 994432 w 1856937"/>
                <a:gd name="connsiteY26" fmla="*/ 95361 h 2108217"/>
                <a:gd name="connsiteX27" fmla="*/ 993705 w 1856937"/>
                <a:gd name="connsiteY27" fmla="*/ 96440 h 2108217"/>
                <a:gd name="connsiteX28" fmla="*/ 1745473 w 1856937"/>
                <a:gd name="connsiteY28" fmla="*/ 523490 h 2108217"/>
                <a:gd name="connsiteX29" fmla="*/ 1761577 w 1856937"/>
                <a:gd name="connsiteY29" fmla="*/ 512633 h 2108217"/>
                <a:gd name="connsiteX30" fmla="*/ 1788295 w 1856937"/>
                <a:gd name="connsiteY30" fmla="*/ 507239 h 2108217"/>
                <a:gd name="connsiteX31" fmla="*/ 1856937 w 1856937"/>
                <a:gd name="connsiteY31" fmla="*/ 575881 h 2108217"/>
                <a:gd name="connsiteX32" fmla="*/ 1815013 w 1856937"/>
                <a:gd name="connsiteY32" fmla="*/ 639129 h 2108217"/>
                <a:gd name="connsiteX33" fmla="*/ 1809427 w 1856937"/>
                <a:gd name="connsiteY33" fmla="*/ 640257 h 2108217"/>
                <a:gd name="connsiteX34" fmla="*/ 1815598 w 1856937"/>
                <a:gd name="connsiteY34" fmla="*/ 1515712 h 2108217"/>
                <a:gd name="connsiteX35" fmla="*/ 1836832 w 1856937"/>
                <a:gd name="connsiteY35" fmla="*/ 1530029 h 2108217"/>
                <a:gd name="connsiteX36" fmla="*/ 1856937 w 1856937"/>
                <a:gd name="connsiteY36" fmla="*/ 1578567 h 2108217"/>
                <a:gd name="connsiteX37" fmla="*/ 1788295 w 1856937"/>
                <a:gd name="connsiteY37" fmla="*/ 1647209 h 2108217"/>
                <a:gd name="connsiteX38" fmla="*/ 1739757 w 1856937"/>
                <a:gd name="connsiteY38" fmla="*/ 1627104 h 2108217"/>
                <a:gd name="connsiteX39" fmla="*/ 1736513 w 1856937"/>
                <a:gd name="connsiteY39" fmla="*/ 1622293 h 2108217"/>
                <a:gd name="connsiteX40" fmla="*/ 996396 w 1856937"/>
                <a:gd name="connsiteY40" fmla="*/ 2056566 h 2108217"/>
                <a:gd name="connsiteX41" fmla="*/ 994432 w 1856937"/>
                <a:gd name="connsiteY41" fmla="*/ 2066293 h 2108217"/>
                <a:gd name="connsiteX42" fmla="*/ 931184 w 1856937"/>
                <a:gd name="connsiteY42" fmla="*/ 2108217 h 2108217"/>
                <a:gd name="connsiteX43" fmla="*/ 867936 w 1856937"/>
                <a:gd name="connsiteY43" fmla="*/ 2066293 h 2108217"/>
                <a:gd name="connsiteX44" fmla="*/ 864047 w 1856937"/>
                <a:gd name="connsiteY44" fmla="*/ 2047034 h 2108217"/>
                <a:gd name="connsiteX45" fmla="*/ 119294 w 1856937"/>
                <a:gd name="connsiteY45" fmla="*/ 1623969 h 2108217"/>
                <a:gd name="connsiteX46" fmla="*/ 117181 w 1856937"/>
                <a:gd name="connsiteY46" fmla="*/ 1627104 h 2108217"/>
                <a:gd name="connsiteX47" fmla="*/ 68643 w 1856937"/>
                <a:gd name="connsiteY47" fmla="*/ 1647209 h 2108217"/>
                <a:gd name="connsiteX48" fmla="*/ 1 w 1856937"/>
                <a:gd name="connsiteY48" fmla="*/ 1578567 h 2108217"/>
                <a:gd name="connsiteX49" fmla="*/ 41924 w 1856937"/>
                <a:gd name="connsiteY49" fmla="*/ 1515319 h 2108217"/>
                <a:gd name="connsiteX50" fmla="*/ 55440 w 1856937"/>
                <a:gd name="connsiteY50" fmla="*/ 1512591 h 2108217"/>
                <a:gd name="connsiteX51" fmla="*/ 49293 w 1856937"/>
                <a:gd name="connsiteY51" fmla="*/ 640616 h 2108217"/>
                <a:gd name="connsiteX52" fmla="*/ 41923 w 1856937"/>
                <a:gd name="connsiteY52" fmla="*/ 639129 h 2108217"/>
                <a:gd name="connsiteX53" fmla="*/ 0 w 1856937"/>
                <a:gd name="connsiteY53" fmla="*/ 575881 h 2108217"/>
                <a:gd name="connsiteX54" fmla="*/ 68643 w 1856937"/>
                <a:gd name="connsiteY54" fmla="*/ 507238 h 2108217"/>
                <a:gd name="connsiteX55" fmla="*/ 117180 w 1856937"/>
                <a:gd name="connsiteY55" fmla="*/ 527343 h 2108217"/>
                <a:gd name="connsiteX56" fmla="*/ 119302 w 1856937"/>
                <a:gd name="connsiteY56" fmla="*/ 530489 h 2108217"/>
                <a:gd name="connsiteX57" fmla="*/ 867188 w 1856937"/>
                <a:gd name="connsiteY57" fmla="*/ 91658 h 2108217"/>
                <a:gd name="connsiteX58" fmla="*/ 862541 w 1856937"/>
                <a:gd name="connsiteY58" fmla="*/ 68643 h 2108217"/>
                <a:gd name="connsiteX59" fmla="*/ 931184 w 1856937"/>
                <a:gd name="connsiteY59" fmla="*/ 0 h 2108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856937" h="2108217">
                  <a:moveTo>
                    <a:pt x="906556" y="132313"/>
                  </a:moveTo>
                  <a:lnTo>
                    <a:pt x="135496" y="584744"/>
                  </a:lnTo>
                  <a:lnTo>
                    <a:pt x="131891" y="602599"/>
                  </a:lnTo>
                  <a:cubicBezTo>
                    <a:pt x="128418" y="610812"/>
                    <a:pt x="123391" y="618207"/>
                    <a:pt x="117180" y="624418"/>
                  </a:cubicBezTo>
                  <a:lnTo>
                    <a:pt x="104171" y="633189"/>
                  </a:lnTo>
                  <a:lnTo>
                    <a:pt x="110432" y="1525480"/>
                  </a:lnTo>
                  <a:lnTo>
                    <a:pt x="117181" y="1530030"/>
                  </a:lnTo>
                  <a:cubicBezTo>
                    <a:pt x="123391" y="1536241"/>
                    <a:pt x="128418" y="1543636"/>
                    <a:pt x="131891" y="1551848"/>
                  </a:cubicBezTo>
                  <a:lnTo>
                    <a:pt x="135577" y="1570104"/>
                  </a:lnTo>
                  <a:lnTo>
                    <a:pt x="880994" y="1993488"/>
                  </a:lnTo>
                  <a:lnTo>
                    <a:pt x="882646" y="1991037"/>
                  </a:lnTo>
                  <a:cubicBezTo>
                    <a:pt x="895068" y="1978615"/>
                    <a:pt x="912229" y="1970932"/>
                    <a:pt x="931184" y="1970932"/>
                  </a:cubicBezTo>
                  <a:cubicBezTo>
                    <a:pt x="950139" y="1970932"/>
                    <a:pt x="967299" y="1978615"/>
                    <a:pt x="979721" y="1991037"/>
                  </a:cubicBezTo>
                  <a:lnTo>
                    <a:pt x="985317" y="1999337"/>
                  </a:lnTo>
                  <a:lnTo>
                    <a:pt x="1721968" y="1567095"/>
                  </a:lnTo>
                  <a:lnTo>
                    <a:pt x="1725046" y="1551848"/>
                  </a:lnTo>
                  <a:cubicBezTo>
                    <a:pt x="1728520" y="1543635"/>
                    <a:pt x="1733546" y="1536240"/>
                    <a:pt x="1739757" y="1530029"/>
                  </a:cubicBezTo>
                  <a:lnTo>
                    <a:pt x="1760609" y="1515970"/>
                  </a:lnTo>
                  <a:lnTo>
                    <a:pt x="1754422" y="634305"/>
                  </a:lnTo>
                  <a:lnTo>
                    <a:pt x="1739758" y="624418"/>
                  </a:lnTo>
                  <a:cubicBezTo>
                    <a:pt x="1727336" y="611997"/>
                    <a:pt x="1719653" y="594836"/>
                    <a:pt x="1719653" y="575881"/>
                  </a:cubicBezTo>
                  <a:lnTo>
                    <a:pt x="1720351" y="572427"/>
                  </a:lnTo>
                  <a:lnTo>
                    <a:pt x="948186" y="133852"/>
                  </a:lnTo>
                  <a:lnTo>
                    <a:pt x="931184" y="137285"/>
                  </a:lnTo>
                  <a:close/>
                  <a:moveTo>
                    <a:pt x="931184" y="0"/>
                  </a:moveTo>
                  <a:cubicBezTo>
                    <a:pt x="969094" y="0"/>
                    <a:pt x="999826" y="30732"/>
                    <a:pt x="999826" y="68643"/>
                  </a:cubicBezTo>
                  <a:cubicBezTo>
                    <a:pt x="999826" y="78120"/>
                    <a:pt x="997906" y="87149"/>
                    <a:pt x="994432" y="95361"/>
                  </a:cubicBezTo>
                  <a:lnTo>
                    <a:pt x="993705" y="96440"/>
                  </a:lnTo>
                  <a:lnTo>
                    <a:pt x="1745473" y="523490"/>
                  </a:lnTo>
                  <a:lnTo>
                    <a:pt x="1761577" y="512633"/>
                  </a:lnTo>
                  <a:cubicBezTo>
                    <a:pt x="1769789" y="509160"/>
                    <a:pt x="1778818" y="507239"/>
                    <a:pt x="1788295" y="507239"/>
                  </a:cubicBezTo>
                  <a:cubicBezTo>
                    <a:pt x="1826204" y="507239"/>
                    <a:pt x="1856937" y="537971"/>
                    <a:pt x="1856937" y="575881"/>
                  </a:cubicBezTo>
                  <a:cubicBezTo>
                    <a:pt x="1856937" y="604314"/>
                    <a:pt x="1839650" y="628708"/>
                    <a:pt x="1815013" y="639129"/>
                  </a:cubicBezTo>
                  <a:lnTo>
                    <a:pt x="1809427" y="640257"/>
                  </a:lnTo>
                  <a:lnTo>
                    <a:pt x="1815598" y="1515712"/>
                  </a:lnTo>
                  <a:lnTo>
                    <a:pt x="1836832" y="1530029"/>
                  </a:lnTo>
                  <a:cubicBezTo>
                    <a:pt x="1849254" y="1542451"/>
                    <a:pt x="1856937" y="1559611"/>
                    <a:pt x="1856937" y="1578567"/>
                  </a:cubicBezTo>
                  <a:cubicBezTo>
                    <a:pt x="1856937" y="1616477"/>
                    <a:pt x="1826204" y="1647209"/>
                    <a:pt x="1788295" y="1647209"/>
                  </a:cubicBezTo>
                  <a:cubicBezTo>
                    <a:pt x="1769340" y="1647209"/>
                    <a:pt x="1752179" y="1639526"/>
                    <a:pt x="1739757" y="1627104"/>
                  </a:cubicBezTo>
                  <a:lnTo>
                    <a:pt x="1736513" y="1622293"/>
                  </a:lnTo>
                  <a:lnTo>
                    <a:pt x="996396" y="2056566"/>
                  </a:lnTo>
                  <a:lnTo>
                    <a:pt x="994432" y="2066293"/>
                  </a:lnTo>
                  <a:cubicBezTo>
                    <a:pt x="984011" y="2090930"/>
                    <a:pt x="959616" y="2108217"/>
                    <a:pt x="931184" y="2108217"/>
                  </a:cubicBezTo>
                  <a:cubicBezTo>
                    <a:pt x="902751" y="2108217"/>
                    <a:pt x="878356" y="2090930"/>
                    <a:pt x="867936" y="2066293"/>
                  </a:cubicBezTo>
                  <a:lnTo>
                    <a:pt x="864047" y="2047034"/>
                  </a:lnTo>
                  <a:lnTo>
                    <a:pt x="119294" y="1623969"/>
                  </a:lnTo>
                  <a:lnTo>
                    <a:pt x="117181" y="1627104"/>
                  </a:lnTo>
                  <a:cubicBezTo>
                    <a:pt x="104759" y="1639526"/>
                    <a:pt x="87598" y="1647209"/>
                    <a:pt x="68643" y="1647209"/>
                  </a:cubicBezTo>
                  <a:cubicBezTo>
                    <a:pt x="30733" y="1647209"/>
                    <a:pt x="1" y="1616477"/>
                    <a:pt x="1" y="1578567"/>
                  </a:cubicBezTo>
                  <a:cubicBezTo>
                    <a:pt x="1" y="1550134"/>
                    <a:pt x="17288" y="1525740"/>
                    <a:pt x="41924" y="1515319"/>
                  </a:cubicBezTo>
                  <a:lnTo>
                    <a:pt x="55440" y="1512591"/>
                  </a:lnTo>
                  <a:lnTo>
                    <a:pt x="49293" y="640616"/>
                  </a:lnTo>
                  <a:lnTo>
                    <a:pt x="41923" y="639129"/>
                  </a:lnTo>
                  <a:cubicBezTo>
                    <a:pt x="17287" y="628708"/>
                    <a:pt x="0" y="604313"/>
                    <a:pt x="0" y="575881"/>
                  </a:cubicBezTo>
                  <a:cubicBezTo>
                    <a:pt x="0" y="537970"/>
                    <a:pt x="30732" y="507238"/>
                    <a:pt x="68643" y="507238"/>
                  </a:cubicBezTo>
                  <a:cubicBezTo>
                    <a:pt x="87598" y="507238"/>
                    <a:pt x="104759" y="514921"/>
                    <a:pt x="117180" y="527343"/>
                  </a:cubicBezTo>
                  <a:lnTo>
                    <a:pt x="119302" y="530489"/>
                  </a:lnTo>
                  <a:lnTo>
                    <a:pt x="867188" y="91658"/>
                  </a:lnTo>
                  <a:lnTo>
                    <a:pt x="862541" y="68643"/>
                  </a:lnTo>
                  <a:cubicBezTo>
                    <a:pt x="862541" y="30732"/>
                    <a:pt x="893274" y="0"/>
                    <a:pt x="931184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65D88A4-6BC0-4490-B454-7379F72A59A3}"/>
                </a:ext>
              </a:extLst>
            </p:cNvPr>
            <p:cNvSpPr/>
            <p:nvPr/>
          </p:nvSpPr>
          <p:spPr>
            <a:xfrm>
              <a:off x="4833263" y="3803471"/>
              <a:ext cx="1126929" cy="1276507"/>
            </a:xfrm>
            <a:custGeom>
              <a:avLst/>
              <a:gdLst>
                <a:gd name="connsiteX0" fmla="*/ 883302 w 1861709"/>
                <a:gd name="connsiteY0" fmla="*/ 114259 h 2108813"/>
                <a:gd name="connsiteX1" fmla="*/ 141458 w 1861709"/>
                <a:gd name="connsiteY1" fmla="*/ 549547 h 2108813"/>
                <a:gd name="connsiteX2" fmla="*/ 140599 w 1861709"/>
                <a:gd name="connsiteY2" fmla="*/ 553803 h 2108813"/>
                <a:gd name="connsiteX3" fmla="*/ 104069 w 1861709"/>
                <a:gd name="connsiteY3" fmla="*/ 590333 h 2108813"/>
                <a:gd name="connsiteX4" fmla="*/ 89500 w 1861709"/>
                <a:gd name="connsiteY4" fmla="*/ 593274 h 2108813"/>
                <a:gd name="connsiteX5" fmla="*/ 95674 w 1861709"/>
                <a:gd name="connsiteY5" fmla="*/ 1473120 h 2108813"/>
                <a:gd name="connsiteX6" fmla="*/ 117179 w 1861709"/>
                <a:gd name="connsiteY6" fmla="*/ 1487619 h 2108813"/>
                <a:gd name="connsiteX7" fmla="*/ 137284 w 1861709"/>
                <a:gd name="connsiteY7" fmla="*/ 1536156 h 2108813"/>
                <a:gd name="connsiteX8" fmla="*/ 133657 w 1861709"/>
                <a:gd name="connsiteY8" fmla="*/ 1554120 h 2108813"/>
                <a:gd name="connsiteX9" fmla="*/ 893813 w 1861709"/>
                <a:gd name="connsiteY9" fmla="*/ 1985874 h 2108813"/>
                <a:gd name="connsiteX10" fmla="*/ 907090 w 1861709"/>
                <a:gd name="connsiteY10" fmla="*/ 1976922 h 2108813"/>
                <a:gd name="connsiteX11" fmla="*/ 933809 w 1861709"/>
                <a:gd name="connsiteY11" fmla="*/ 1971528 h 2108813"/>
                <a:gd name="connsiteX12" fmla="*/ 960528 w 1861709"/>
                <a:gd name="connsiteY12" fmla="*/ 1976922 h 2108813"/>
                <a:gd name="connsiteX13" fmla="*/ 964699 w 1861709"/>
                <a:gd name="connsiteY13" fmla="*/ 1979735 h 2108813"/>
                <a:gd name="connsiteX14" fmla="*/ 1718163 w 1861709"/>
                <a:gd name="connsiteY14" fmla="*/ 1537628 h 2108813"/>
                <a:gd name="connsiteX15" fmla="*/ 1717866 w 1861709"/>
                <a:gd name="connsiteY15" fmla="*/ 1536156 h 2108813"/>
                <a:gd name="connsiteX16" fmla="*/ 1737971 w 1861709"/>
                <a:gd name="connsiteY16" fmla="*/ 1487618 h 2108813"/>
                <a:gd name="connsiteX17" fmla="*/ 1745981 w 1861709"/>
                <a:gd name="connsiteY17" fmla="*/ 1482218 h 2108813"/>
                <a:gd name="connsiteX18" fmla="*/ 1739569 w 1861709"/>
                <a:gd name="connsiteY18" fmla="*/ 568449 h 2108813"/>
                <a:gd name="connsiteX19" fmla="*/ 965295 w 1861709"/>
                <a:gd name="connsiteY19" fmla="*/ 128677 h 2108813"/>
                <a:gd name="connsiteX20" fmla="*/ 960528 w 1861709"/>
                <a:gd name="connsiteY20" fmla="*/ 131891 h 2108813"/>
                <a:gd name="connsiteX21" fmla="*/ 933809 w 1861709"/>
                <a:gd name="connsiteY21" fmla="*/ 137285 h 2108813"/>
                <a:gd name="connsiteX22" fmla="*/ 885271 w 1861709"/>
                <a:gd name="connsiteY22" fmla="*/ 117180 h 2108813"/>
                <a:gd name="connsiteX23" fmla="*/ 933809 w 1861709"/>
                <a:gd name="connsiteY23" fmla="*/ 0 h 2108813"/>
                <a:gd name="connsiteX24" fmla="*/ 1002451 w 1861709"/>
                <a:gd name="connsiteY24" fmla="*/ 68643 h 2108813"/>
                <a:gd name="connsiteX25" fmla="*/ 999208 w 1861709"/>
                <a:gd name="connsiteY25" fmla="*/ 84708 h 2108813"/>
                <a:gd name="connsiteX26" fmla="*/ 1730125 w 1861709"/>
                <a:gd name="connsiteY26" fmla="*/ 499913 h 2108813"/>
                <a:gd name="connsiteX27" fmla="*/ 1744530 w 1861709"/>
                <a:gd name="connsiteY27" fmla="*/ 478548 h 2108813"/>
                <a:gd name="connsiteX28" fmla="*/ 1793067 w 1861709"/>
                <a:gd name="connsiteY28" fmla="*/ 458443 h 2108813"/>
                <a:gd name="connsiteX29" fmla="*/ 1861709 w 1861709"/>
                <a:gd name="connsiteY29" fmla="*/ 527085 h 2108813"/>
                <a:gd name="connsiteX30" fmla="*/ 1819786 w 1861709"/>
                <a:gd name="connsiteY30" fmla="*/ 590333 h 2108813"/>
                <a:gd name="connsiteX31" fmla="*/ 1794661 w 1861709"/>
                <a:gd name="connsiteY31" fmla="*/ 595405 h 2108813"/>
                <a:gd name="connsiteX32" fmla="*/ 1800828 w 1861709"/>
                <a:gd name="connsiteY32" fmla="*/ 1470404 h 2108813"/>
                <a:gd name="connsiteX33" fmla="*/ 1813228 w 1861709"/>
                <a:gd name="connsiteY33" fmla="*/ 1472907 h 2108813"/>
                <a:gd name="connsiteX34" fmla="*/ 1855151 w 1861709"/>
                <a:gd name="connsiteY34" fmla="*/ 1536156 h 2108813"/>
                <a:gd name="connsiteX35" fmla="*/ 1786509 w 1861709"/>
                <a:gd name="connsiteY35" fmla="*/ 1604798 h 2108813"/>
                <a:gd name="connsiteX36" fmla="*/ 1759790 w 1861709"/>
                <a:gd name="connsiteY36" fmla="*/ 1599404 h 2108813"/>
                <a:gd name="connsiteX37" fmla="*/ 1741991 w 1861709"/>
                <a:gd name="connsiteY37" fmla="*/ 1587404 h 2108813"/>
                <a:gd name="connsiteX38" fmla="*/ 999052 w 1861709"/>
                <a:gd name="connsiteY38" fmla="*/ 2023332 h 2108813"/>
                <a:gd name="connsiteX39" fmla="*/ 1002451 w 1861709"/>
                <a:gd name="connsiteY39" fmla="*/ 2040171 h 2108813"/>
                <a:gd name="connsiteX40" fmla="*/ 933809 w 1861709"/>
                <a:gd name="connsiteY40" fmla="*/ 2108813 h 2108813"/>
                <a:gd name="connsiteX41" fmla="*/ 865166 w 1861709"/>
                <a:gd name="connsiteY41" fmla="*/ 2040171 h 2108813"/>
                <a:gd name="connsiteX42" fmla="*/ 866489 w 1861709"/>
                <a:gd name="connsiteY42" fmla="*/ 2033621 h 2108813"/>
                <a:gd name="connsiteX43" fmla="*/ 98444 w 1861709"/>
                <a:gd name="connsiteY43" fmla="*/ 1597326 h 2108813"/>
                <a:gd name="connsiteX44" fmla="*/ 95361 w 1861709"/>
                <a:gd name="connsiteY44" fmla="*/ 1599404 h 2108813"/>
                <a:gd name="connsiteX45" fmla="*/ 68642 w 1861709"/>
                <a:gd name="connsiteY45" fmla="*/ 1604798 h 2108813"/>
                <a:gd name="connsiteX46" fmla="*/ 0 w 1861709"/>
                <a:gd name="connsiteY46" fmla="*/ 1536156 h 2108813"/>
                <a:gd name="connsiteX47" fmla="*/ 20105 w 1861709"/>
                <a:gd name="connsiteY47" fmla="*/ 1487619 h 2108813"/>
                <a:gd name="connsiteX48" fmla="*/ 40715 w 1861709"/>
                <a:gd name="connsiteY48" fmla="*/ 1473723 h 2108813"/>
                <a:gd name="connsiteX49" fmla="*/ 34411 w 1861709"/>
                <a:gd name="connsiteY49" fmla="*/ 579397 h 2108813"/>
                <a:gd name="connsiteX50" fmla="*/ 28813 w 1861709"/>
                <a:gd name="connsiteY50" fmla="*/ 575622 h 2108813"/>
                <a:gd name="connsiteX51" fmla="*/ 8708 w 1861709"/>
                <a:gd name="connsiteY51" fmla="*/ 527085 h 2108813"/>
                <a:gd name="connsiteX52" fmla="*/ 77351 w 1861709"/>
                <a:gd name="connsiteY52" fmla="*/ 458442 h 2108813"/>
                <a:gd name="connsiteX53" fmla="*/ 125888 w 1861709"/>
                <a:gd name="connsiteY53" fmla="*/ 478547 h 2108813"/>
                <a:gd name="connsiteX54" fmla="*/ 133809 w 1861709"/>
                <a:gd name="connsiteY54" fmla="*/ 490296 h 2108813"/>
                <a:gd name="connsiteX55" fmla="*/ 866890 w 1861709"/>
                <a:gd name="connsiteY55" fmla="*/ 60102 h 2108813"/>
                <a:gd name="connsiteX56" fmla="*/ 870561 w 1861709"/>
                <a:gd name="connsiteY56" fmla="*/ 41924 h 2108813"/>
                <a:gd name="connsiteX57" fmla="*/ 933809 w 1861709"/>
                <a:gd name="connsiteY57" fmla="*/ 0 h 210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861709" h="2108813">
                  <a:moveTo>
                    <a:pt x="883302" y="114259"/>
                  </a:moveTo>
                  <a:lnTo>
                    <a:pt x="141458" y="549547"/>
                  </a:lnTo>
                  <a:lnTo>
                    <a:pt x="140599" y="553803"/>
                  </a:lnTo>
                  <a:cubicBezTo>
                    <a:pt x="133652" y="570228"/>
                    <a:pt x="120494" y="583386"/>
                    <a:pt x="104069" y="590333"/>
                  </a:cubicBezTo>
                  <a:lnTo>
                    <a:pt x="89500" y="593274"/>
                  </a:lnTo>
                  <a:lnTo>
                    <a:pt x="95674" y="1473120"/>
                  </a:lnTo>
                  <a:lnTo>
                    <a:pt x="117179" y="1487619"/>
                  </a:lnTo>
                  <a:cubicBezTo>
                    <a:pt x="129601" y="1500041"/>
                    <a:pt x="137284" y="1517201"/>
                    <a:pt x="137284" y="1536156"/>
                  </a:cubicBezTo>
                  <a:lnTo>
                    <a:pt x="133657" y="1554120"/>
                  </a:lnTo>
                  <a:lnTo>
                    <a:pt x="893813" y="1985874"/>
                  </a:lnTo>
                  <a:lnTo>
                    <a:pt x="907090" y="1976922"/>
                  </a:lnTo>
                  <a:cubicBezTo>
                    <a:pt x="915302" y="1973449"/>
                    <a:pt x="924331" y="1971528"/>
                    <a:pt x="933809" y="1971528"/>
                  </a:cubicBezTo>
                  <a:cubicBezTo>
                    <a:pt x="943286" y="1971528"/>
                    <a:pt x="952315" y="1973449"/>
                    <a:pt x="960528" y="1976922"/>
                  </a:cubicBezTo>
                  <a:lnTo>
                    <a:pt x="964699" y="1979735"/>
                  </a:lnTo>
                  <a:lnTo>
                    <a:pt x="1718163" y="1537628"/>
                  </a:lnTo>
                  <a:lnTo>
                    <a:pt x="1717866" y="1536156"/>
                  </a:lnTo>
                  <a:cubicBezTo>
                    <a:pt x="1717866" y="1517201"/>
                    <a:pt x="1725549" y="1500040"/>
                    <a:pt x="1737971" y="1487618"/>
                  </a:cubicBezTo>
                  <a:lnTo>
                    <a:pt x="1745981" y="1482218"/>
                  </a:lnTo>
                  <a:lnTo>
                    <a:pt x="1739569" y="568449"/>
                  </a:lnTo>
                  <a:lnTo>
                    <a:pt x="965295" y="128677"/>
                  </a:lnTo>
                  <a:lnTo>
                    <a:pt x="960528" y="131891"/>
                  </a:lnTo>
                  <a:cubicBezTo>
                    <a:pt x="952315" y="135364"/>
                    <a:pt x="943286" y="137285"/>
                    <a:pt x="933809" y="137285"/>
                  </a:cubicBezTo>
                  <a:cubicBezTo>
                    <a:pt x="914854" y="137285"/>
                    <a:pt x="897693" y="129602"/>
                    <a:pt x="885271" y="117180"/>
                  </a:cubicBezTo>
                  <a:close/>
                  <a:moveTo>
                    <a:pt x="933809" y="0"/>
                  </a:moveTo>
                  <a:cubicBezTo>
                    <a:pt x="971719" y="0"/>
                    <a:pt x="1002451" y="30732"/>
                    <a:pt x="1002451" y="68643"/>
                  </a:cubicBezTo>
                  <a:lnTo>
                    <a:pt x="999208" y="84708"/>
                  </a:lnTo>
                  <a:lnTo>
                    <a:pt x="1730125" y="499913"/>
                  </a:lnTo>
                  <a:lnTo>
                    <a:pt x="1744530" y="478548"/>
                  </a:lnTo>
                  <a:cubicBezTo>
                    <a:pt x="1756952" y="466126"/>
                    <a:pt x="1774112" y="458443"/>
                    <a:pt x="1793067" y="458443"/>
                  </a:cubicBezTo>
                  <a:cubicBezTo>
                    <a:pt x="1830977" y="458443"/>
                    <a:pt x="1861709" y="489175"/>
                    <a:pt x="1861709" y="527085"/>
                  </a:cubicBezTo>
                  <a:cubicBezTo>
                    <a:pt x="1861709" y="555518"/>
                    <a:pt x="1844422" y="579912"/>
                    <a:pt x="1819786" y="590333"/>
                  </a:cubicBezTo>
                  <a:lnTo>
                    <a:pt x="1794661" y="595405"/>
                  </a:lnTo>
                  <a:lnTo>
                    <a:pt x="1800828" y="1470404"/>
                  </a:lnTo>
                  <a:lnTo>
                    <a:pt x="1813228" y="1472907"/>
                  </a:lnTo>
                  <a:cubicBezTo>
                    <a:pt x="1837864" y="1483328"/>
                    <a:pt x="1855151" y="1507723"/>
                    <a:pt x="1855151" y="1536156"/>
                  </a:cubicBezTo>
                  <a:cubicBezTo>
                    <a:pt x="1855151" y="1574066"/>
                    <a:pt x="1824419" y="1604798"/>
                    <a:pt x="1786509" y="1604798"/>
                  </a:cubicBezTo>
                  <a:cubicBezTo>
                    <a:pt x="1777031" y="1604798"/>
                    <a:pt x="1768002" y="1602878"/>
                    <a:pt x="1759790" y="1599404"/>
                  </a:cubicBezTo>
                  <a:lnTo>
                    <a:pt x="1741991" y="1587404"/>
                  </a:lnTo>
                  <a:lnTo>
                    <a:pt x="999052" y="2023332"/>
                  </a:lnTo>
                  <a:lnTo>
                    <a:pt x="1002451" y="2040171"/>
                  </a:lnTo>
                  <a:cubicBezTo>
                    <a:pt x="1002451" y="2078081"/>
                    <a:pt x="971719" y="2108813"/>
                    <a:pt x="933809" y="2108813"/>
                  </a:cubicBezTo>
                  <a:cubicBezTo>
                    <a:pt x="895898" y="2108813"/>
                    <a:pt x="865166" y="2078081"/>
                    <a:pt x="865166" y="2040171"/>
                  </a:cubicBezTo>
                  <a:lnTo>
                    <a:pt x="866489" y="2033621"/>
                  </a:lnTo>
                  <a:lnTo>
                    <a:pt x="98444" y="1597326"/>
                  </a:lnTo>
                  <a:lnTo>
                    <a:pt x="95361" y="1599404"/>
                  </a:lnTo>
                  <a:cubicBezTo>
                    <a:pt x="87149" y="1602878"/>
                    <a:pt x="78120" y="1604798"/>
                    <a:pt x="68642" y="1604798"/>
                  </a:cubicBezTo>
                  <a:cubicBezTo>
                    <a:pt x="30732" y="1604798"/>
                    <a:pt x="0" y="1574066"/>
                    <a:pt x="0" y="1536156"/>
                  </a:cubicBezTo>
                  <a:cubicBezTo>
                    <a:pt x="0" y="1517201"/>
                    <a:pt x="7683" y="1500041"/>
                    <a:pt x="20105" y="1487619"/>
                  </a:cubicBezTo>
                  <a:lnTo>
                    <a:pt x="40715" y="1473723"/>
                  </a:lnTo>
                  <a:lnTo>
                    <a:pt x="34411" y="579397"/>
                  </a:lnTo>
                  <a:lnTo>
                    <a:pt x="28813" y="575622"/>
                  </a:lnTo>
                  <a:cubicBezTo>
                    <a:pt x="16391" y="563200"/>
                    <a:pt x="8708" y="546040"/>
                    <a:pt x="8708" y="527085"/>
                  </a:cubicBezTo>
                  <a:cubicBezTo>
                    <a:pt x="8708" y="489174"/>
                    <a:pt x="39440" y="458442"/>
                    <a:pt x="77351" y="458442"/>
                  </a:cubicBezTo>
                  <a:cubicBezTo>
                    <a:pt x="96306" y="458442"/>
                    <a:pt x="113466" y="466125"/>
                    <a:pt x="125888" y="478547"/>
                  </a:cubicBezTo>
                  <a:lnTo>
                    <a:pt x="133809" y="490296"/>
                  </a:lnTo>
                  <a:lnTo>
                    <a:pt x="866890" y="60102"/>
                  </a:lnTo>
                  <a:lnTo>
                    <a:pt x="870561" y="41924"/>
                  </a:lnTo>
                  <a:cubicBezTo>
                    <a:pt x="880981" y="17287"/>
                    <a:pt x="905376" y="0"/>
                    <a:pt x="933809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4D1A01C-0B65-4F96-B418-397BFFA49841}"/>
                </a:ext>
              </a:extLst>
            </p:cNvPr>
            <p:cNvSpPr/>
            <p:nvPr/>
          </p:nvSpPr>
          <p:spPr>
            <a:xfrm>
              <a:off x="5518243" y="4192133"/>
              <a:ext cx="1123231" cy="1274464"/>
            </a:xfrm>
            <a:custGeom>
              <a:avLst/>
              <a:gdLst>
                <a:gd name="connsiteX0" fmla="*/ 888594 w 1855599"/>
                <a:gd name="connsiteY0" fmla="*/ 119700 h 2105439"/>
                <a:gd name="connsiteX1" fmla="*/ 134265 w 1855599"/>
                <a:gd name="connsiteY1" fmla="*/ 555227 h 2105439"/>
                <a:gd name="connsiteX2" fmla="*/ 131891 w 1855599"/>
                <a:gd name="connsiteY2" fmla="*/ 566988 h 2105439"/>
                <a:gd name="connsiteX3" fmla="*/ 117180 w 1855599"/>
                <a:gd name="connsiteY3" fmla="*/ 588806 h 2105439"/>
                <a:gd name="connsiteX4" fmla="*/ 96375 w 1855599"/>
                <a:gd name="connsiteY4" fmla="*/ 602834 h 2105439"/>
                <a:gd name="connsiteX5" fmla="*/ 96375 w 1855599"/>
                <a:gd name="connsiteY5" fmla="*/ 1474068 h 2105439"/>
                <a:gd name="connsiteX6" fmla="*/ 117180 w 1855599"/>
                <a:gd name="connsiteY6" fmla="*/ 1488095 h 2105439"/>
                <a:gd name="connsiteX7" fmla="*/ 137285 w 1855599"/>
                <a:gd name="connsiteY7" fmla="*/ 1536633 h 2105439"/>
                <a:gd name="connsiteX8" fmla="*/ 134239 w 1855599"/>
                <a:gd name="connsiteY8" fmla="*/ 1551721 h 2105439"/>
                <a:gd name="connsiteX9" fmla="*/ 887376 w 1855599"/>
                <a:gd name="connsiteY9" fmla="*/ 1986561 h 2105439"/>
                <a:gd name="connsiteX10" fmla="*/ 906675 w 1855599"/>
                <a:gd name="connsiteY10" fmla="*/ 1973549 h 2105439"/>
                <a:gd name="connsiteX11" fmla="*/ 933393 w 1855599"/>
                <a:gd name="connsiteY11" fmla="*/ 1968155 h 2105439"/>
                <a:gd name="connsiteX12" fmla="*/ 960112 w 1855599"/>
                <a:gd name="connsiteY12" fmla="*/ 1973549 h 2105439"/>
                <a:gd name="connsiteX13" fmla="*/ 968397 w 1855599"/>
                <a:gd name="connsiteY13" fmla="*/ 1979135 h 2105439"/>
                <a:gd name="connsiteX14" fmla="*/ 1720036 w 1855599"/>
                <a:gd name="connsiteY14" fmla="*/ 1545161 h 2105439"/>
                <a:gd name="connsiteX15" fmla="*/ 1718314 w 1855599"/>
                <a:gd name="connsiteY15" fmla="*/ 1536633 h 2105439"/>
                <a:gd name="connsiteX16" fmla="*/ 1738419 w 1855599"/>
                <a:gd name="connsiteY16" fmla="*/ 1488095 h 2105439"/>
                <a:gd name="connsiteX17" fmla="*/ 1746537 w 1855599"/>
                <a:gd name="connsiteY17" fmla="*/ 1482622 h 2105439"/>
                <a:gd name="connsiteX18" fmla="*/ 1746537 w 1855599"/>
                <a:gd name="connsiteY18" fmla="*/ 592877 h 2105439"/>
                <a:gd name="connsiteX19" fmla="*/ 1737046 w 1855599"/>
                <a:gd name="connsiteY19" fmla="*/ 586478 h 2105439"/>
                <a:gd name="connsiteX20" fmla="*/ 1722335 w 1855599"/>
                <a:gd name="connsiteY20" fmla="*/ 564659 h 2105439"/>
                <a:gd name="connsiteX21" fmla="*/ 1721986 w 1855599"/>
                <a:gd name="connsiteY21" fmla="*/ 562929 h 2105439"/>
                <a:gd name="connsiteX22" fmla="*/ 967179 w 1855599"/>
                <a:gd name="connsiteY22" fmla="*/ 127125 h 2105439"/>
                <a:gd name="connsiteX23" fmla="*/ 960112 w 1855599"/>
                <a:gd name="connsiteY23" fmla="*/ 131890 h 2105439"/>
                <a:gd name="connsiteX24" fmla="*/ 933393 w 1855599"/>
                <a:gd name="connsiteY24" fmla="*/ 137284 h 2105439"/>
                <a:gd name="connsiteX25" fmla="*/ 906675 w 1855599"/>
                <a:gd name="connsiteY25" fmla="*/ 131890 h 2105439"/>
                <a:gd name="connsiteX26" fmla="*/ 933393 w 1855599"/>
                <a:gd name="connsiteY26" fmla="*/ 0 h 2105439"/>
                <a:gd name="connsiteX27" fmla="*/ 1002035 w 1855599"/>
                <a:gd name="connsiteY27" fmla="*/ 68642 h 2105439"/>
                <a:gd name="connsiteX28" fmla="*/ 999295 w 1855599"/>
                <a:gd name="connsiteY28" fmla="*/ 82214 h 2105439"/>
                <a:gd name="connsiteX29" fmla="*/ 1727956 w 1855599"/>
                <a:gd name="connsiteY29" fmla="*/ 502885 h 2105439"/>
                <a:gd name="connsiteX30" fmla="*/ 1737046 w 1855599"/>
                <a:gd name="connsiteY30" fmla="*/ 489403 h 2105439"/>
                <a:gd name="connsiteX31" fmla="*/ 1785584 w 1855599"/>
                <a:gd name="connsiteY31" fmla="*/ 469298 h 2105439"/>
                <a:gd name="connsiteX32" fmla="*/ 1854226 w 1855599"/>
                <a:gd name="connsiteY32" fmla="*/ 537941 h 2105439"/>
                <a:gd name="connsiteX33" fmla="*/ 1812302 w 1855599"/>
                <a:gd name="connsiteY33" fmla="*/ 601189 h 2105439"/>
                <a:gd name="connsiteX34" fmla="*/ 1801510 w 1855599"/>
                <a:gd name="connsiteY34" fmla="*/ 603368 h 2105439"/>
                <a:gd name="connsiteX35" fmla="*/ 1801510 w 1855599"/>
                <a:gd name="connsiteY35" fmla="*/ 1470929 h 2105439"/>
                <a:gd name="connsiteX36" fmla="*/ 1813676 w 1855599"/>
                <a:gd name="connsiteY36" fmla="*/ 1473385 h 2105439"/>
                <a:gd name="connsiteX37" fmla="*/ 1855599 w 1855599"/>
                <a:gd name="connsiteY37" fmla="*/ 1536633 h 2105439"/>
                <a:gd name="connsiteX38" fmla="*/ 1786957 w 1855599"/>
                <a:gd name="connsiteY38" fmla="*/ 1605275 h 2105439"/>
                <a:gd name="connsiteX39" fmla="*/ 1760238 w 1855599"/>
                <a:gd name="connsiteY39" fmla="*/ 1599881 h 2105439"/>
                <a:gd name="connsiteX40" fmla="*/ 1748653 w 1855599"/>
                <a:gd name="connsiteY40" fmla="*/ 1592070 h 2105439"/>
                <a:gd name="connsiteX41" fmla="*/ 999560 w 1855599"/>
                <a:gd name="connsiteY41" fmla="*/ 2024536 h 2105439"/>
                <a:gd name="connsiteX42" fmla="*/ 1002035 w 1855599"/>
                <a:gd name="connsiteY42" fmla="*/ 2036797 h 2105439"/>
                <a:gd name="connsiteX43" fmla="*/ 933393 w 1855599"/>
                <a:gd name="connsiteY43" fmla="*/ 2105439 h 2105439"/>
                <a:gd name="connsiteX44" fmla="*/ 870146 w 1855599"/>
                <a:gd name="connsiteY44" fmla="*/ 2063516 h 2105439"/>
                <a:gd name="connsiteX45" fmla="*/ 864773 w 1855599"/>
                <a:gd name="connsiteY45" fmla="*/ 2036903 h 2105439"/>
                <a:gd name="connsiteX46" fmla="*/ 101094 w 1855599"/>
                <a:gd name="connsiteY46" fmla="*/ 1596016 h 2105439"/>
                <a:gd name="connsiteX47" fmla="*/ 95362 w 1855599"/>
                <a:gd name="connsiteY47" fmla="*/ 1599881 h 2105439"/>
                <a:gd name="connsiteX48" fmla="*/ 68643 w 1855599"/>
                <a:gd name="connsiteY48" fmla="*/ 1605275 h 2105439"/>
                <a:gd name="connsiteX49" fmla="*/ 0 w 1855599"/>
                <a:gd name="connsiteY49" fmla="*/ 1536633 h 2105439"/>
                <a:gd name="connsiteX50" fmla="*/ 20105 w 1855599"/>
                <a:gd name="connsiteY50" fmla="*/ 1488095 h 2105439"/>
                <a:gd name="connsiteX51" fmla="*/ 41401 w 1855599"/>
                <a:gd name="connsiteY51" fmla="*/ 1473737 h 2105439"/>
                <a:gd name="connsiteX52" fmla="*/ 41401 w 1855599"/>
                <a:gd name="connsiteY52" fmla="*/ 603165 h 2105439"/>
                <a:gd name="connsiteX53" fmla="*/ 20105 w 1855599"/>
                <a:gd name="connsiteY53" fmla="*/ 588806 h 2105439"/>
                <a:gd name="connsiteX54" fmla="*/ 0 w 1855599"/>
                <a:gd name="connsiteY54" fmla="*/ 540269 h 2105439"/>
                <a:gd name="connsiteX55" fmla="*/ 68643 w 1855599"/>
                <a:gd name="connsiteY55" fmla="*/ 471626 h 2105439"/>
                <a:gd name="connsiteX56" fmla="*/ 117180 w 1855599"/>
                <a:gd name="connsiteY56" fmla="*/ 491731 h 2105439"/>
                <a:gd name="connsiteX57" fmla="*/ 121970 w 1855599"/>
                <a:gd name="connsiteY57" fmla="*/ 498835 h 2105439"/>
                <a:gd name="connsiteX58" fmla="*/ 864999 w 1855599"/>
                <a:gd name="connsiteY58" fmla="*/ 69870 h 2105439"/>
                <a:gd name="connsiteX59" fmla="*/ 864751 w 1855599"/>
                <a:gd name="connsiteY59" fmla="*/ 68642 h 2105439"/>
                <a:gd name="connsiteX60" fmla="*/ 933393 w 1855599"/>
                <a:gd name="connsiteY60" fmla="*/ 0 h 210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855599" h="2105439">
                  <a:moveTo>
                    <a:pt x="888594" y="119700"/>
                  </a:moveTo>
                  <a:lnTo>
                    <a:pt x="134265" y="555227"/>
                  </a:lnTo>
                  <a:lnTo>
                    <a:pt x="131891" y="566988"/>
                  </a:lnTo>
                  <a:cubicBezTo>
                    <a:pt x="128418" y="575200"/>
                    <a:pt x="123391" y="582596"/>
                    <a:pt x="117180" y="588806"/>
                  </a:cubicBezTo>
                  <a:lnTo>
                    <a:pt x="96375" y="602834"/>
                  </a:lnTo>
                  <a:lnTo>
                    <a:pt x="96375" y="1474068"/>
                  </a:lnTo>
                  <a:lnTo>
                    <a:pt x="117180" y="1488095"/>
                  </a:lnTo>
                  <a:cubicBezTo>
                    <a:pt x="129602" y="1500517"/>
                    <a:pt x="137285" y="1517678"/>
                    <a:pt x="137285" y="1536633"/>
                  </a:cubicBezTo>
                  <a:lnTo>
                    <a:pt x="134239" y="1551721"/>
                  </a:lnTo>
                  <a:lnTo>
                    <a:pt x="887376" y="1986561"/>
                  </a:lnTo>
                  <a:lnTo>
                    <a:pt x="906675" y="1973549"/>
                  </a:lnTo>
                  <a:cubicBezTo>
                    <a:pt x="914887" y="1970076"/>
                    <a:pt x="923916" y="1968155"/>
                    <a:pt x="933393" y="1968155"/>
                  </a:cubicBezTo>
                  <a:cubicBezTo>
                    <a:pt x="942871" y="1968155"/>
                    <a:pt x="951900" y="1970076"/>
                    <a:pt x="960112" y="1973549"/>
                  </a:cubicBezTo>
                  <a:lnTo>
                    <a:pt x="968397" y="1979135"/>
                  </a:lnTo>
                  <a:lnTo>
                    <a:pt x="1720036" y="1545161"/>
                  </a:lnTo>
                  <a:lnTo>
                    <a:pt x="1718314" y="1536633"/>
                  </a:lnTo>
                  <a:cubicBezTo>
                    <a:pt x="1718314" y="1517678"/>
                    <a:pt x="1725998" y="1500517"/>
                    <a:pt x="1738419" y="1488095"/>
                  </a:cubicBezTo>
                  <a:lnTo>
                    <a:pt x="1746537" y="1482622"/>
                  </a:lnTo>
                  <a:lnTo>
                    <a:pt x="1746537" y="592877"/>
                  </a:lnTo>
                  <a:lnTo>
                    <a:pt x="1737046" y="586478"/>
                  </a:lnTo>
                  <a:cubicBezTo>
                    <a:pt x="1730835" y="580267"/>
                    <a:pt x="1725809" y="572871"/>
                    <a:pt x="1722335" y="564659"/>
                  </a:cubicBezTo>
                  <a:lnTo>
                    <a:pt x="1721986" y="562929"/>
                  </a:lnTo>
                  <a:lnTo>
                    <a:pt x="967179" y="127125"/>
                  </a:lnTo>
                  <a:lnTo>
                    <a:pt x="960112" y="131890"/>
                  </a:lnTo>
                  <a:cubicBezTo>
                    <a:pt x="951900" y="135364"/>
                    <a:pt x="942871" y="137284"/>
                    <a:pt x="933393" y="137284"/>
                  </a:cubicBezTo>
                  <a:cubicBezTo>
                    <a:pt x="923916" y="137284"/>
                    <a:pt x="914887" y="135364"/>
                    <a:pt x="906675" y="131890"/>
                  </a:cubicBezTo>
                  <a:close/>
                  <a:moveTo>
                    <a:pt x="933393" y="0"/>
                  </a:moveTo>
                  <a:cubicBezTo>
                    <a:pt x="971303" y="0"/>
                    <a:pt x="1002035" y="30732"/>
                    <a:pt x="1002035" y="68642"/>
                  </a:cubicBezTo>
                  <a:lnTo>
                    <a:pt x="999295" y="82214"/>
                  </a:lnTo>
                  <a:lnTo>
                    <a:pt x="1727956" y="502885"/>
                  </a:lnTo>
                  <a:lnTo>
                    <a:pt x="1737046" y="489403"/>
                  </a:lnTo>
                  <a:cubicBezTo>
                    <a:pt x="1749468" y="476981"/>
                    <a:pt x="1766629" y="469298"/>
                    <a:pt x="1785584" y="469298"/>
                  </a:cubicBezTo>
                  <a:cubicBezTo>
                    <a:pt x="1823493" y="469298"/>
                    <a:pt x="1854226" y="500030"/>
                    <a:pt x="1854226" y="537941"/>
                  </a:cubicBezTo>
                  <a:cubicBezTo>
                    <a:pt x="1854226" y="566373"/>
                    <a:pt x="1836939" y="590768"/>
                    <a:pt x="1812302" y="601189"/>
                  </a:cubicBezTo>
                  <a:lnTo>
                    <a:pt x="1801510" y="603368"/>
                  </a:lnTo>
                  <a:lnTo>
                    <a:pt x="1801510" y="1470929"/>
                  </a:lnTo>
                  <a:lnTo>
                    <a:pt x="1813676" y="1473385"/>
                  </a:lnTo>
                  <a:cubicBezTo>
                    <a:pt x="1838313" y="1483805"/>
                    <a:pt x="1855599" y="1508201"/>
                    <a:pt x="1855599" y="1536633"/>
                  </a:cubicBezTo>
                  <a:cubicBezTo>
                    <a:pt x="1855599" y="1574543"/>
                    <a:pt x="1824867" y="1605275"/>
                    <a:pt x="1786957" y="1605275"/>
                  </a:cubicBezTo>
                  <a:cubicBezTo>
                    <a:pt x="1777479" y="1605275"/>
                    <a:pt x="1768451" y="1603355"/>
                    <a:pt x="1760238" y="1599881"/>
                  </a:cubicBezTo>
                  <a:lnTo>
                    <a:pt x="1748653" y="1592070"/>
                  </a:lnTo>
                  <a:lnTo>
                    <a:pt x="999560" y="2024536"/>
                  </a:lnTo>
                  <a:lnTo>
                    <a:pt x="1002035" y="2036797"/>
                  </a:lnTo>
                  <a:cubicBezTo>
                    <a:pt x="1002035" y="2074707"/>
                    <a:pt x="971303" y="2105439"/>
                    <a:pt x="933393" y="2105439"/>
                  </a:cubicBezTo>
                  <a:cubicBezTo>
                    <a:pt x="904961" y="2105439"/>
                    <a:pt x="880566" y="2088152"/>
                    <a:pt x="870146" y="2063516"/>
                  </a:cubicBezTo>
                  <a:lnTo>
                    <a:pt x="864773" y="2036903"/>
                  </a:lnTo>
                  <a:lnTo>
                    <a:pt x="101094" y="1596016"/>
                  </a:lnTo>
                  <a:lnTo>
                    <a:pt x="95362" y="1599881"/>
                  </a:lnTo>
                  <a:cubicBezTo>
                    <a:pt x="87149" y="1603354"/>
                    <a:pt x="78120" y="1605275"/>
                    <a:pt x="68643" y="1605275"/>
                  </a:cubicBezTo>
                  <a:cubicBezTo>
                    <a:pt x="30732" y="1605275"/>
                    <a:pt x="0" y="1574542"/>
                    <a:pt x="0" y="1536633"/>
                  </a:cubicBezTo>
                  <a:cubicBezTo>
                    <a:pt x="0" y="1517678"/>
                    <a:pt x="7683" y="1500517"/>
                    <a:pt x="20105" y="1488095"/>
                  </a:cubicBezTo>
                  <a:lnTo>
                    <a:pt x="41401" y="1473737"/>
                  </a:lnTo>
                  <a:lnTo>
                    <a:pt x="41401" y="603165"/>
                  </a:lnTo>
                  <a:lnTo>
                    <a:pt x="20105" y="588806"/>
                  </a:lnTo>
                  <a:cubicBezTo>
                    <a:pt x="7683" y="576385"/>
                    <a:pt x="0" y="559224"/>
                    <a:pt x="0" y="540269"/>
                  </a:cubicBezTo>
                  <a:cubicBezTo>
                    <a:pt x="0" y="502358"/>
                    <a:pt x="30732" y="471626"/>
                    <a:pt x="68643" y="471626"/>
                  </a:cubicBezTo>
                  <a:cubicBezTo>
                    <a:pt x="87598" y="471626"/>
                    <a:pt x="104759" y="479309"/>
                    <a:pt x="117180" y="491731"/>
                  </a:cubicBezTo>
                  <a:lnTo>
                    <a:pt x="121970" y="498835"/>
                  </a:lnTo>
                  <a:lnTo>
                    <a:pt x="864999" y="69870"/>
                  </a:lnTo>
                  <a:lnTo>
                    <a:pt x="864751" y="68642"/>
                  </a:lnTo>
                  <a:cubicBezTo>
                    <a:pt x="864751" y="30732"/>
                    <a:pt x="895483" y="0"/>
                    <a:pt x="933393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C873CA77-2AE0-4346-9D8D-5C3BC401DEEE}"/>
              </a:ext>
            </a:extLst>
          </p:cNvPr>
          <p:cNvSpPr txBox="1"/>
          <p:nvPr/>
        </p:nvSpPr>
        <p:spPr>
          <a:xfrm>
            <a:off x="5518243" y="6013085"/>
            <a:ext cx="368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Payment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8DD3F0A-9C3D-4972-99D9-BBF77DD5EA3A}"/>
              </a:ext>
            </a:extLst>
          </p:cNvPr>
          <p:cNvSpPr txBox="1"/>
          <p:nvPr/>
        </p:nvSpPr>
        <p:spPr>
          <a:xfrm>
            <a:off x="8173662" y="2972710"/>
            <a:ext cx="368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Convenient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ADF2C0-9880-43F2-9637-50E16DDA6EA6}"/>
              </a:ext>
            </a:extLst>
          </p:cNvPr>
          <p:cNvSpPr txBox="1"/>
          <p:nvPr/>
        </p:nvSpPr>
        <p:spPr>
          <a:xfrm>
            <a:off x="8216417" y="4666675"/>
            <a:ext cx="368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Safe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B3CE8E3-218F-4F4F-BFBA-B731A69B78EC}"/>
              </a:ext>
            </a:extLst>
          </p:cNvPr>
          <p:cNvSpPr txBox="1"/>
          <p:nvPr/>
        </p:nvSpPr>
        <p:spPr>
          <a:xfrm>
            <a:off x="710895" y="2942467"/>
            <a:ext cx="368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Save time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C1689C9-041C-4A7F-A16B-B4557E74CA43}"/>
              </a:ext>
            </a:extLst>
          </p:cNvPr>
          <p:cNvSpPr txBox="1"/>
          <p:nvPr/>
        </p:nvSpPr>
        <p:spPr>
          <a:xfrm>
            <a:off x="825729" y="4689827"/>
            <a:ext cx="368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Save money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6B66437-D02C-4F99-A487-65BA921C2650}"/>
              </a:ext>
            </a:extLst>
          </p:cNvPr>
          <p:cNvSpPr txBox="1"/>
          <p:nvPr/>
        </p:nvSpPr>
        <p:spPr>
          <a:xfrm>
            <a:off x="3888884" y="1563383"/>
            <a:ext cx="368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Solve the problem of transporting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2" y="2857630"/>
            <a:ext cx="3202353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Diagram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19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7D9D2-6391-492F-B201-80E50F81B9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074" y="1063756"/>
            <a:ext cx="8961851" cy="58767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887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State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DCA55D-DE4B-482B-B2F5-298F02EDA2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75763" y="1063756"/>
            <a:ext cx="10740980" cy="528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8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2" y="2857630"/>
            <a:ext cx="492812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Design Pattern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785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Design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453A2-D73A-4A74-9F49-6ABB34324C86}"/>
              </a:ext>
            </a:extLst>
          </p:cNvPr>
          <p:cNvSpPr txBox="1"/>
          <p:nvPr/>
        </p:nvSpPr>
        <p:spPr>
          <a:xfrm>
            <a:off x="1080138" y="1719713"/>
            <a:ext cx="3143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Factory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BD5DF-D803-4E1B-86C0-E2A8405A1F81}"/>
              </a:ext>
            </a:extLst>
          </p:cNvPr>
          <p:cNvSpPr txBox="1"/>
          <p:nvPr/>
        </p:nvSpPr>
        <p:spPr>
          <a:xfrm>
            <a:off x="1202122" y="4498787"/>
            <a:ext cx="3143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Prototype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3BCC7-51DE-4616-BB2C-862C64CF5C18}"/>
              </a:ext>
            </a:extLst>
          </p:cNvPr>
          <p:cNvSpPr txBox="1"/>
          <p:nvPr/>
        </p:nvSpPr>
        <p:spPr>
          <a:xfrm>
            <a:off x="1202122" y="3086506"/>
            <a:ext cx="3143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Singleton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1" name="그룹 35">
            <a:extLst>
              <a:ext uri="{FF2B5EF4-FFF2-40B4-BE49-F238E27FC236}">
                <a16:creationId xmlns:a16="http://schemas.microsoft.com/office/drawing/2014/main" id="{E5CC0E7F-ACAD-4949-ADCF-09951043FF4D}"/>
              </a:ext>
            </a:extLst>
          </p:cNvPr>
          <p:cNvGrpSpPr/>
          <p:nvPr/>
        </p:nvGrpSpPr>
        <p:grpSpPr>
          <a:xfrm>
            <a:off x="5326209" y="1681696"/>
            <a:ext cx="1510540" cy="4514073"/>
            <a:chOff x="3802209" y="1681694"/>
            <a:chExt cx="1510540" cy="4514073"/>
          </a:xfrm>
        </p:grpSpPr>
        <p:sp>
          <p:nvSpPr>
            <p:cNvPr id="32" name="Rectangle 24">
              <a:extLst>
                <a:ext uri="{FF2B5EF4-FFF2-40B4-BE49-F238E27FC236}">
                  <a16:creationId xmlns:a16="http://schemas.microsoft.com/office/drawing/2014/main" id="{71006D78-19DD-4591-9D0E-41144DF6EC25}"/>
                </a:ext>
              </a:extLst>
            </p:cNvPr>
            <p:cNvSpPr/>
            <p:nvPr/>
          </p:nvSpPr>
          <p:spPr>
            <a:xfrm rot="3600000">
              <a:off x="3802210" y="2518620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2B280D9-AF3A-4A27-944E-13887458AED9}"/>
                </a:ext>
              </a:extLst>
            </p:cNvPr>
            <p:cNvSpPr/>
            <p:nvPr/>
          </p:nvSpPr>
          <p:spPr>
            <a:xfrm rot="3600000">
              <a:off x="3775735" y="1734643"/>
              <a:ext cx="1589964" cy="148406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" name="Rectangle 24">
              <a:extLst>
                <a:ext uri="{FF2B5EF4-FFF2-40B4-BE49-F238E27FC236}">
                  <a16:creationId xmlns:a16="http://schemas.microsoft.com/office/drawing/2014/main" id="{579F1B34-2183-4BED-9DEE-6144D049E8B0}"/>
                </a:ext>
              </a:extLst>
            </p:cNvPr>
            <p:cNvSpPr/>
            <p:nvPr/>
          </p:nvSpPr>
          <p:spPr>
            <a:xfrm rot="3600000">
              <a:off x="3802210" y="3249647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" name="Rectangle 24">
              <a:extLst>
                <a:ext uri="{FF2B5EF4-FFF2-40B4-BE49-F238E27FC236}">
                  <a16:creationId xmlns:a16="http://schemas.microsoft.com/office/drawing/2014/main" id="{5FD927C7-B0E6-4445-A358-DA15942A391F}"/>
                </a:ext>
              </a:extLst>
            </p:cNvPr>
            <p:cNvSpPr/>
            <p:nvPr/>
          </p:nvSpPr>
          <p:spPr>
            <a:xfrm rot="3600000">
              <a:off x="3802210" y="3980674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" name="Rectangle 24">
              <a:extLst>
                <a:ext uri="{FF2B5EF4-FFF2-40B4-BE49-F238E27FC236}">
                  <a16:creationId xmlns:a16="http://schemas.microsoft.com/office/drawing/2014/main" id="{423151DE-C14A-47EE-AFFE-C9D013BE6CD6}"/>
                </a:ext>
              </a:extLst>
            </p:cNvPr>
            <p:cNvSpPr/>
            <p:nvPr/>
          </p:nvSpPr>
          <p:spPr>
            <a:xfrm rot="3600000">
              <a:off x="3802210" y="4711702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E751CFC-7F54-4578-B597-6B85C73A7741}"/>
              </a:ext>
            </a:extLst>
          </p:cNvPr>
          <p:cNvGrpSpPr/>
          <p:nvPr/>
        </p:nvGrpSpPr>
        <p:grpSpPr>
          <a:xfrm>
            <a:off x="5485233" y="1915415"/>
            <a:ext cx="1429717" cy="1171091"/>
            <a:chOff x="3233964" y="1954419"/>
            <a:chExt cx="1410044" cy="1171091"/>
          </a:xfrm>
          <a:scene3d>
            <a:camera prst="isometricTopUp"/>
            <a:lightRig rig="threePt" dir="t"/>
          </a:scene3d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D5CA50-BBE8-4B31-BC74-6332E0F30C5B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D086DBD-44C4-41DE-87CE-5B5EA0BF6A89}"/>
                </a:ext>
              </a:extLst>
            </p:cNvPr>
            <p:cNvSpPr txBox="1"/>
            <p:nvPr/>
          </p:nvSpPr>
          <p:spPr>
            <a:xfrm>
              <a:off x="3243490" y="2171403"/>
              <a:ext cx="14005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Simple PowerPoint Presentation 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D1FCF18-B248-46B8-B9C0-A573339E3B54}"/>
              </a:ext>
            </a:extLst>
          </p:cNvPr>
          <p:cNvSpPr txBox="1"/>
          <p:nvPr/>
        </p:nvSpPr>
        <p:spPr>
          <a:xfrm>
            <a:off x="7968446" y="2243456"/>
            <a:ext cx="3143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Adapter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677A81-3E1B-4942-AE20-AC2DBA8A5656}"/>
              </a:ext>
            </a:extLst>
          </p:cNvPr>
          <p:cNvSpPr txBox="1"/>
          <p:nvPr/>
        </p:nvSpPr>
        <p:spPr>
          <a:xfrm>
            <a:off x="7968446" y="3704192"/>
            <a:ext cx="3143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Bridge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D787B79-AA04-4C20-9AFD-730BE96A9E96}"/>
              </a:ext>
            </a:extLst>
          </p:cNvPr>
          <p:cNvCxnSpPr>
            <a:cxnSpLocks/>
          </p:cNvCxnSpPr>
          <p:nvPr/>
        </p:nvCxnSpPr>
        <p:spPr>
          <a:xfrm>
            <a:off x="623554" y="2334584"/>
            <a:ext cx="3600000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D2A7EBE-7D02-4DA2-90BF-AEE59F5E5AF8}"/>
              </a:ext>
            </a:extLst>
          </p:cNvPr>
          <p:cNvCxnSpPr>
            <a:cxnSpLocks/>
          </p:cNvCxnSpPr>
          <p:nvPr/>
        </p:nvCxnSpPr>
        <p:spPr>
          <a:xfrm>
            <a:off x="623554" y="3709073"/>
            <a:ext cx="3600000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15A5CF-2E8B-45B1-B506-E5EF38C59F25}"/>
              </a:ext>
            </a:extLst>
          </p:cNvPr>
          <p:cNvCxnSpPr>
            <a:cxnSpLocks/>
          </p:cNvCxnSpPr>
          <p:nvPr/>
        </p:nvCxnSpPr>
        <p:spPr>
          <a:xfrm>
            <a:off x="623554" y="5227875"/>
            <a:ext cx="3600000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673E7F8-B8C2-4D8D-BD86-6776A9DAF466}"/>
              </a:ext>
            </a:extLst>
          </p:cNvPr>
          <p:cNvCxnSpPr>
            <a:cxnSpLocks/>
          </p:cNvCxnSpPr>
          <p:nvPr/>
        </p:nvCxnSpPr>
        <p:spPr>
          <a:xfrm>
            <a:off x="7423037" y="2924610"/>
            <a:ext cx="3600000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C7F39F4-47B5-4807-B4D1-C7967162E9A2}"/>
              </a:ext>
            </a:extLst>
          </p:cNvPr>
          <p:cNvCxnSpPr>
            <a:cxnSpLocks/>
          </p:cNvCxnSpPr>
          <p:nvPr/>
        </p:nvCxnSpPr>
        <p:spPr>
          <a:xfrm>
            <a:off x="7511862" y="4385347"/>
            <a:ext cx="3600000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2" y="2857630"/>
            <a:ext cx="492812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Factory Pattern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49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Factory Pattern</a:t>
            </a:r>
          </a:p>
        </p:txBody>
      </p:sp>
      <p:pic>
        <p:nvPicPr>
          <p:cNvPr id="24" name="Picture Placeholder 3" descr="Diagram&#10;&#10;Description automatically generated">
            <a:extLst>
              <a:ext uri="{FF2B5EF4-FFF2-40B4-BE49-F238E27FC236}">
                <a16:creationId xmlns:a16="http://schemas.microsoft.com/office/drawing/2014/main" id="{BADA127D-FB54-4B5B-BF01-A377F8BC9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9" b="5999"/>
          <a:stretch>
            <a:fillRect/>
          </a:stretch>
        </p:blipFill>
        <p:spPr>
          <a:xfrm>
            <a:off x="1925205" y="1829462"/>
            <a:ext cx="3271427" cy="3278078"/>
          </a:xfrm>
          <a:prstGeom prst="rect">
            <a:avLst/>
          </a:prstGeom>
        </p:spPr>
      </p:pic>
      <p:pic>
        <p:nvPicPr>
          <p:cNvPr id="25" name="Picture 24" descr="Diagram&#10;&#10;Description automatically generated">
            <a:extLst>
              <a:ext uri="{FF2B5EF4-FFF2-40B4-BE49-F238E27FC236}">
                <a16:creationId xmlns:a16="http://schemas.microsoft.com/office/drawing/2014/main" id="{9497A2FF-75CE-4550-9F8F-F4670BD4A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343" y="1869867"/>
            <a:ext cx="4682703" cy="311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Factory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4E40B-DEEE-4A97-8A58-8CC769D6D1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30333" y="1131370"/>
            <a:ext cx="9359587" cy="531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54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Factory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043062-2856-4DAE-B3BD-0C6A80A9E2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04925" y="1403998"/>
            <a:ext cx="4095750" cy="3457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1BCD41-CC35-429E-8E8E-1A0C820D88D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22398" y="1403998"/>
            <a:ext cx="38290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Factory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36D46E-3E3C-457A-8DB3-5D2BAB1478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13858" y="2506190"/>
            <a:ext cx="3105150" cy="1495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02BF0C-59C4-48D8-8EC8-E5977034F8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20053" y="1253812"/>
            <a:ext cx="381952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58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Factory Pattern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446669-B12D-47AA-8F1D-B8F480D689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6438" y="1312840"/>
            <a:ext cx="459105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E2A131-0038-44E5-A8D4-4E6839B0B81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644962" y="1312840"/>
            <a:ext cx="4800600" cy="2733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991AFF-D01E-412E-8E55-95B59BB1C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962" y="4470377"/>
            <a:ext cx="4591048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24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1" y="2857630"/>
            <a:ext cx="527585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Singleton Pattern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138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Singleton Pattern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E60594-ED2A-423C-B1FD-B908A4996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" y="2488288"/>
            <a:ext cx="5436900" cy="21867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A56A82-4DC4-4E4D-B657-55EA561B8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257" y="2192073"/>
            <a:ext cx="3850516" cy="277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19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Singleton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85ECC-8D4D-4F04-A950-7D9E9D07F6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31842" y="1377265"/>
            <a:ext cx="8928316" cy="514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39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Singleton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8CA2E-6ECD-42DF-BCE0-37B72A4E7A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38537" y="1311162"/>
            <a:ext cx="511492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Singleton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A8F19-635C-46D7-B2F1-E690D73069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09553" y="1664863"/>
            <a:ext cx="4524375" cy="4610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602AF6-A7D4-43EB-B186-475726A2DE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498253" y="1664863"/>
            <a:ext cx="412432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24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Singleton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A5627-7176-4298-8C34-19B19C4152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3221" y="1063756"/>
            <a:ext cx="4267200" cy="3114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F1A7B8-49CE-476F-AEB8-68395F3070B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810626" y="1212960"/>
            <a:ext cx="3086100" cy="3152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5F55FD-013A-44EB-88A7-D5D4E5124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418" y="3781259"/>
            <a:ext cx="51720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87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2" y="2857630"/>
            <a:ext cx="5387468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Prototype Pattern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22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Prototype Pattern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ED823-7A68-459F-99C1-C3B5029F3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66" y="1738359"/>
            <a:ext cx="3920492" cy="33812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1F9900-0352-4285-838E-B1C06382AFD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85369" y="1556201"/>
            <a:ext cx="7269256" cy="496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67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Prototype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0D811A-5E75-435D-A585-56733C6021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3342" y="1425857"/>
            <a:ext cx="3400425" cy="1504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AF605-9FE3-4824-8B6C-8356298762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91182" y="1425857"/>
            <a:ext cx="3437890" cy="4366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DC849B-792A-43B4-AD69-6B19DD255BE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008915" y="5365966"/>
            <a:ext cx="40671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56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Prototype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A639D-1A9F-42C6-B4F5-00C9859321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1098" y="1636395"/>
            <a:ext cx="5274310" cy="35852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37A10F-1C10-4D73-AA47-FEE835B39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777" y="2146076"/>
            <a:ext cx="519112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37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2" y="2857630"/>
            <a:ext cx="492812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Adapter Pattern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007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Adapter Pattern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5357E-AFC2-4443-BB5B-5BC1338B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9" y="1818146"/>
            <a:ext cx="3061784" cy="39902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BB4D31-F1A0-4C8C-A8C8-F5A6EB32183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077030" y="1450138"/>
            <a:ext cx="7446207" cy="50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72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Adapter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3FD7C0-FF0A-4582-9AC0-FC05285DFC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64159" y="1812433"/>
            <a:ext cx="3457575" cy="3619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0FF9F8-1D5F-46CE-A062-F24C3350661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29312" y="1812433"/>
            <a:ext cx="6467414" cy="372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65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Adapter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9ACC6-35D0-4BC2-B828-2B13BF8C15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1555" y="1360805"/>
            <a:ext cx="6457887" cy="27861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AA4789-8455-40B9-9631-109C8E2F0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140" y="3746607"/>
            <a:ext cx="6302330" cy="26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73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2" y="2857630"/>
            <a:ext cx="492812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Bridge Pattern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114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Bridge Pattern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62C75-DB1D-4AA6-BC7B-D85FF4B3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368" y="1706080"/>
            <a:ext cx="4762072" cy="407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20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Bridge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2D4C4-A897-4DE9-B425-E7CB0B9F6B3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186" y="1205423"/>
            <a:ext cx="10421405" cy="54547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0688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Bridge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B3805-3214-46D8-8EA4-BD4CD38E4C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92297" y="1711346"/>
            <a:ext cx="3552825" cy="3667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6F0CCB-9127-420B-B333-376C5E46DDC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30215" y="1449477"/>
            <a:ext cx="31337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09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Bridge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5833B4-F1C1-4AF9-A916-1FCFE3F04C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26406" y="1400241"/>
            <a:ext cx="5538788" cy="31717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A94A4-2B73-4C68-93B7-A3F3C2264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310" y="3917854"/>
            <a:ext cx="6164903" cy="260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4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1" y="4609981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3437</TotalTime>
  <Words>109</Words>
  <Application>Microsoft Office PowerPoint</Application>
  <PresentationFormat>Widescreen</PresentationFormat>
  <Paragraphs>54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Roboto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fullhouse</cp:lastModifiedBy>
  <cp:revision>141</cp:revision>
  <dcterms:created xsi:type="dcterms:W3CDTF">2020-01-20T05:08:25Z</dcterms:created>
  <dcterms:modified xsi:type="dcterms:W3CDTF">2021-06-18T15:45:09Z</dcterms:modified>
</cp:coreProperties>
</file>